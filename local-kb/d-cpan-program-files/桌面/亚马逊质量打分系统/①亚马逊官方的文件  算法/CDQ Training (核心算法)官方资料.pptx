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3"/>
    <p:sldMasterId id="2147483683" r:id="rId4"/>
    <p:sldMasterId id="2147483688" r:id="rId5"/>
    <p:sldMasterId id="2147483707" r:id="rId6"/>
    <p:sldMasterId id="2147483720" r:id="rId7"/>
  </p:sldMasterIdLst>
  <p:notesMasterIdLst>
    <p:notesMasterId r:id="rId9"/>
  </p:notesMasterIdLst>
  <p:sldIdLst>
    <p:sldId id="1828" r:id="rId8"/>
    <p:sldId id="1890" r:id="rId10"/>
    <p:sldId id="1862" r:id="rId11"/>
    <p:sldId id="1894" r:id="rId12"/>
    <p:sldId id="18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bbiani, Carlotta" initials="GC" lastIdx="3" clrIdx="0"/>
  <p:cmAuthor id="2" name="Xie, Bingying" initials="XB"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4472C4"/>
    <a:srgbClr val="F2F2F2"/>
    <a:srgbClr val="1675F2"/>
    <a:srgbClr val="9DC3E6"/>
    <a:srgbClr val="FFFFFF"/>
    <a:srgbClr val="B3D2FB"/>
    <a:srgbClr val="E2DFF9"/>
    <a:srgbClr val="C2BBF3"/>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35" autoAdjust="0"/>
    <p:restoredTop sz="94404" autoAdjust="0"/>
  </p:normalViewPr>
  <p:slideViewPr>
    <p:cSldViewPr snapToGrid="0">
      <p:cViewPr varScale="1">
        <p:scale>
          <a:sx n="74" d="100"/>
          <a:sy n="74" d="100"/>
        </p:scale>
        <p:origin x="4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0" Type="http://schemas.openxmlformats.org/officeDocument/2006/relationships/customXml" Target="../customXml/item3.xml"/><Relationship Id="rId2" Type="http://schemas.openxmlformats.org/officeDocument/2006/relationships/theme" Target="theme/theme1.xml"/><Relationship Id="rId19" Type="http://schemas.openxmlformats.org/officeDocument/2006/relationships/customXml" Target="../customXml/item2.xml"/><Relationship Id="rId18" Type="http://schemas.openxmlformats.org/officeDocument/2006/relationships/customXml" Target="../customXml/item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5780E0-70CB-470F-A1BB-C93993B7FD3E}"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5F6258-0708-4E9B-A184-AAF07624286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8165" rtl="0" eaLnBrk="1" fontAlgn="auto" latinLnBrk="0" hangingPunct="1">
              <a:lnSpc>
                <a:spcPct val="100000"/>
              </a:lnSpc>
              <a:spcBef>
                <a:spcPts val="0"/>
              </a:spcBef>
              <a:spcAft>
                <a:spcPts val="0"/>
              </a:spcAft>
              <a:buClrTx/>
              <a:buSzTx/>
              <a:buFontTx/>
              <a:buNone/>
              <a:defRPr/>
            </a:pPr>
            <a:fld id="{27B26CF8-1C2C-1245-979A-02AD3B34E45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benefits of people who didn’t have the chance to attend the first focus group.</a:t>
            </a:r>
            <a:endParaRPr lang="en-US" dirty="0"/>
          </a:p>
          <a:p>
            <a:r>
              <a:rPr lang="en-US" dirty="0"/>
              <a:t>CDQ v1 in 2024 – internal experiment, CDQ talking about now is CDQv2. ; Leveraging AI, in this case LLM.</a:t>
            </a:r>
            <a:endParaRPr lang="en-US" dirty="0"/>
          </a:p>
          <a:p>
            <a:endParaRPr lang="en-US" dirty="0"/>
          </a:p>
          <a:p>
            <a:r>
              <a:rPr lang="en-US" dirty="0"/>
              <a:t>Bottom to top</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B26CF8-1C2C-1245-979A-02AD3B34E45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keyword gap ratio, evaluates </a:t>
            </a:r>
            <a:r>
              <a:rPr lang="en-GB" dirty="0"/>
              <a:t>search volumes of relevant keywords to optimize it.</a:t>
            </a:r>
            <a:endParaRPr lang="en-GB" dirty="0"/>
          </a:p>
          <a:p>
            <a:r>
              <a:rPr lang="en-GB" dirty="0"/>
              <a:t>Marked in red, not contributing to CDQ score calculation, can it can still be retrieved in Hawk if needed</a:t>
            </a:r>
            <a:endParaRPr lang="en-GB" dirty="0"/>
          </a:p>
          <a:p>
            <a:r>
              <a:rPr lang="en-GB" dirty="0"/>
              <a:t>Wiki – change in July</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B26CF8-1C2C-1245-979A-02AD3B34E45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B26CF8-1C2C-1245-979A-02AD3B34E45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B26CF8-1C2C-1245-979A-02AD3B34E45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jpe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7.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8.jpe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9.jpe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jpe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1.jpe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2.jpe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3.jpe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9" name="Picture 18"/>
          <p:cNvPicPr>
            <a:picLocks noChangeAspect="1"/>
          </p:cNvPicPr>
          <p:nvPr userDrawn="1"/>
        </p:nvPicPr>
        <p:blipFill>
          <a:blip r:embed="rId2"/>
          <a:stretch>
            <a:fillRect/>
          </a:stretch>
        </p:blipFill>
        <p:spPr>
          <a:xfrm>
            <a:off x="794" y="0"/>
            <a:ext cx="12190413" cy="6858000"/>
          </a:xfrm>
          <a:prstGeom prst="rect">
            <a:avLst/>
          </a:prstGeom>
        </p:spPr>
      </p:pic>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7" y="5084320"/>
            <a:ext cx="4928197" cy="1149418"/>
          </a:xfrm>
          <a:prstGeom prst="rect">
            <a:avLst/>
          </a:prstGeom>
        </p:spPr>
        <p:txBody>
          <a:bodyPr/>
          <a:lstStyle>
            <a:lvl1pPr marL="0" marR="0" indent="0" algn="l" defTabSz="457200" rtl="0" eaLnBrk="1" fontAlgn="auto" latinLnBrk="0" hangingPunct="1">
              <a:lnSpc>
                <a:spcPct val="120000"/>
              </a:lnSpc>
              <a:spcBef>
                <a:spcPts val="500"/>
              </a:spcBef>
              <a:spcAft>
                <a:spcPts val="0"/>
              </a:spcAft>
              <a:buClrTx/>
              <a:buSzTx/>
              <a:buFontTx/>
              <a:buNone/>
              <a:defRPr sz="2200"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grpSp>
        <p:nvGrpSpPr>
          <p:cNvPr id="5" name="Group 4"/>
          <p:cNvGrpSpPr/>
          <p:nvPr userDrawn="1"/>
        </p:nvGrpSpPr>
        <p:grpSpPr>
          <a:xfrm>
            <a:off x="9867901" y="383"/>
            <a:ext cx="1838325" cy="5635699"/>
            <a:chOff x="19256188" y="44303"/>
            <a:chExt cx="3092775" cy="11233373"/>
          </a:xfrm>
        </p:grpSpPr>
        <p:cxnSp>
          <p:nvCxnSpPr>
            <p:cNvPr id="6" name="Straight Connector 5"/>
            <p:cNvCxnSpPr/>
            <p:nvPr userDrawn="1"/>
          </p:nvCxnSpPr>
          <p:spPr>
            <a:xfrm>
              <a:off x="22348844" y="44303"/>
              <a:ext cx="0" cy="10547498"/>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userDrawn="1"/>
          </p:nvGrpSpPr>
          <p:grpSpPr>
            <a:xfrm>
              <a:off x="19256188" y="9874104"/>
              <a:ext cx="3092775" cy="1403572"/>
              <a:chOff x="19256188" y="9874104"/>
              <a:chExt cx="3092775" cy="1403572"/>
            </a:xfrm>
          </p:grpSpPr>
          <p:sp>
            <p:nvSpPr>
              <p:cNvPr id="8" name="Arc 7"/>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9" name="Straight Connector 8"/>
              <p:cNvCxnSpPr/>
              <p:nvPr userDrawn="1"/>
            </p:nvCxnSpPr>
            <p:spPr>
              <a:xfrm>
                <a:off x="19256188" y="11277676"/>
                <a:ext cx="2391026"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sp>
        <p:nvSpPr>
          <p:cNvPr id="10" name="Oval 9"/>
          <p:cNvSpPr/>
          <p:nvPr userDrawn="1"/>
        </p:nvSpPr>
        <p:spPr>
          <a:xfrm>
            <a:off x="9740381" y="5559843"/>
            <a:ext cx="152400" cy="1524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cxnSp>
        <p:nvCxnSpPr>
          <p:cNvPr id="11" name="Straight Connector 10"/>
          <p:cNvCxnSpPr/>
          <p:nvPr userDrawn="1"/>
        </p:nvCxnSpPr>
        <p:spPr>
          <a:xfrm>
            <a:off x="883985" y="4156396"/>
            <a:ext cx="3110499" cy="0"/>
          </a:xfrm>
          <a:prstGeom prst="line">
            <a:avLst/>
          </a:prstGeom>
          <a:ln>
            <a:solidFill>
              <a:srgbClr val="B5B5B5">
                <a:alpha val="49804"/>
              </a:srgbClr>
            </a:solidFill>
          </a:ln>
        </p:spPr>
        <p:style>
          <a:lnRef idx="1">
            <a:schemeClr val="accent1"/>
          </a:lnRef>
          <a:fillRef idx="0">
            <a:schemeClr val="accent1"/>
          </a:fillRef>
          <a:effectRef idx="0">
            <a:schemeClr val="accent1"/>
          </a:effectRef>
          <a:fontRef idx="minor">
            <a:schemeClr val="tx1"/>
          </a:fontRef>
        </p:style>
      </p:cxnSp>
      <p:sp>
        <p:nvSpPr>
          <p:cNvPr id="13" name="Oval 12"/>
          <p:cNvSpPr/>
          <p:nvPr userDrawn="1"/>
        </p:nvSpPr>
        <p:spPr>
          <a:xfrm>
            <a:off x="807785" y="4080196"/>
            <a:ext cx="152400" cy="1524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grpSp>
        <p:nvGrpSpPr>
          <p:cNvPr id="14" name="Group 13"/>
          <p:cNvGrpSpPr/>
          <p:nvPr userDrawn="1"/>
        </p:nvGrpSpPr>
        <p:grpSpPr>
          <a:xfrm>
            <a:off x="2022485" y="4080196"/>
            <a:ext cx="1602489" cy="152400"/>
            <a:chOff x="2997609" y="8513318"/>
            <a:chExt cx="3204978" cy="304800"/>
          </a:xfrm>
          <a:solidFill>
            <a:srgbClr val="FF5A00"/>
          </a:solidFill>
          <a:effectLst>
            <a:outerShdw blurRad="645467" dist="377725" dir="3600000" algn="t" rotWithShape="0">
              <a:prstClr val="black">
                <a:alpha val="40000"/>
              </a:prstClr>
            </a:outerShdw>
          </a:effectLst>
        </p:grpSpPr>
        <p:sp>
          <p:nvSpPr>
            <p:cNvPr id="15" name="Rounded Rectangle 14"/>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6" name="Delay 15"/>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7" name="Delay 16"/>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rgbClr val="232F3E"/>
                </a:solidFill>
              </a:endParaRPr>
            </a:p>
          </p:txBody>
        </p:sp>
      </p:grpSp>
      <p:sp>
        <p:nvSpPr>
          <p:cNvPr id="22"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pic>
        <p:nvPicPr>
          <p:cNvPr id="20" name="Picture 19" descr="Logo&#10;&#10;Description automatically generated"/>
          <p:cNvPicPr>
            <a:picLocks noChangeAspect="1"/>
          </p:cNvPicPr>
          <p:nvPr userDrawn="1"/>
        </p:nvPicPr>
        <p:blipFill>
          <a:blip r:embed="rId3" cstate="hqprint"/>
          <a:stretch>
            <a:fillRect/>
          </a:stretch>
        </p:blipFill>
        <p:spPr>
          <a:xfrm>
            <a:off x="375401" y="6225277"/>
            <a:ext cx="1682101" cy="43391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 White">
    <p:spTree>
      <p:nvGrpSpPr>
        <p:cNvPr id="1" name=""/>
        <p:cNvGrpSpPr/>
        <p:nvPr/>
      </p:nvGrpSpPr>
      <p:grpSpPr>
        <a:xfrm>
          <a:off x="0" y="0"/>
          <a:ext cx="0" cy="0"/>
          <a:chOff x="0" y="0"/>
          <a:chExt cx="0" cy="0"/>
        </a:xfrm>
      </p:grpSpPr>
      <p:pic>
        <p:nvPicPr>
          <p:cNvPr id="13" name="Picture 12" descr="A picture containing electronics, white&#10;&#10;Description automatically generated"/>
          <p:cNvPicPr>
            <a:picLocks noChangeAspect="1"/>
          </p:cNvPicPr>
          <p:nvPr userDrawn="1"/>
        </p:nvPicPr>
        <p:blipFill>
          <a:blip r:embed="rId2"/>
          <a:stretch>
            <a:fillRect/>
          </a:stretch>
        </p:blipFill>
        <p:spPr>
          <a:xfrm>
            <a:off x="0" y="893"/>
            <a:ext cx="12192000" cy="6856214"/>
          </a:xfrm>
          <a:prstGeom prst="rect">
            <a:avLst/>
          </a:prstGeom>
        </p:spPr>
      </p:pic>
      <p:sp>
        <p:nvSpPr>
          <p:cNvPr id="12" name="Text Placeholder 11"/>
          <p:cNvSpPr>
            <a:spLocks noGrp="1"/>
          </p:cNvSpPr>
          <p:nvPr>
            <p:ph type="body" sz="quarter" idx="11" hasCustomPrompt="1"/>
          </p:nvPr>
        </p:nvSpPr>
        <p:spPr>
          <a:xfrm>
            <a:off x="1074739" y="2456994"/>
            <a:ext cx="5289138" cy="1487488"/>
          </a:xfrm>
          <a:prstGeom prst="rect">
            <a:avLst/>
          </a:prstGeom>
        </p:spPr>
        <p:txBody>
          <a:bodyPr/>
          <a:lstStyle>
            <a:lvl1pPr marL="0" indent="0">
              <a:buFontTx/>
              <a:buNone/>
              <a:defRPr sz="7995"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a:t>
            </a:r>
            <a:br>
              <a:rPr lang="en-US" dirty="0"/>
            </a:br>
            <a:r>
              <a:rPr lang="en-US" dirty="0"/>
              <a:t>Title.</a:t>
            </a:r>
            <a:endParaRPr lang="en-US" dirty="0"/>
          </a:p>
        </p:txBody>
      </p:sp>
      <p:grpSp>
        <p:nvGrpSpPr>
          <p:cNvPr id="2" name="Group 1"/>
          <p:cNvGrpSpPr/>
          <p:nvPr userDrawn="1"/>
        </p:nvGrpSpPr>
        <p:grpSpPr>
          <a:xfrm>
            <a:off x="2377129" y="1"/>
            <a:ext cx="3986747" cy="1663978"/>
            <a:chOff x="4754878" y="1360450"/>
            <a:chExt cx="7974532" cy="3327956"/>
          </a:xfrm>
        </p:grpSpPr>
        <p:grpSp>
          <p:nvGrpSpPr>
            <p:cNvPr id="5" name="Group 4"/>
            <p:cNvGrpSpPr/>
            <p:nvPr userDrawn="1"/>
          </p:nvGrpSpPr>
          <p:grpSpPr>
            <a:xfrm>
              <a:off x="4754879" y="1360450"/>
              <a:ext cx="7974531" cy="3175632"/>
              <a:chOff x="15641711" y="8112757"/>
              <a:chExt cx="6707252" cy="3164919"/>
            </a:xfrm>
          </p:grpSpPr>
          <p:cxnSp>
            <p:nvCxnSpPr>
              <p:cNvPr id="6" name="Straight Connector 5"/>
              <p:cNvCxnSpPr/>
              <p:nvPr userDrawn="1"/>
            </p:nvCxnSpPr>
            <p:spPr>
              <a:xfrm>
                <a:off x="22348844" y="8112757"/>
                <a:ext cx="0" cy="2479043"/>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userDrawn="1"/>
            </p:nvGrpSpPr>
            <p:grpSpPr>
              <a:xfrm>
                <a:off x="15641711" y="9874104"/>
                <a:ext cx="6707252" cy="1403572"/>
                <a:chOff x="15641711" y="9874104"/>
                <a:chExt cx="6707252" cy="1403572"/>
              </a:xfrm>
            </p:grpSpPr>
            <p:sp>
              <p:nvSpPr>
                <p:cNvPr id="8" name="Arc 7"/>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9" name="Straight Connector 8"/>
                <p:cNvCxnSpPr/>
                <p:nvPr userDrawn="1"/>
              </p:nvCxnSpPr>
              <p:spPr>
                <a:xfrm>
                  <a:off x="15641711" y="11277676"/>
                  <a:ext cx="6005502"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sp>
          <p:nvSpPr>
            <p:cNvPr id="10" name="Oval 9"/>
            <p:cNvSpPr/>
            <p:nvPr userDrawn="1"/>
          </p:nvSpPr>
          <p:spPr>
            <a:xfrm>
              <a:off x="4754878" y="4383606"/>
              <a:ext cx="304840" cy="304800"/>
            </a:xfrm>
            <a:prstGeom prst="ellipse">
              <a:avLst/>
            </a:prstGeom>
            <a:solidFill>
              <a:srgbClr val="232F3E"/>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19" name="Text Placeholder 11"/>
          <p:cNvSpPr>
            <a:spLocks noGrp="1"/>
          </p:cNvSpPr>
          <p:nvPr>
            <p:ph type="body" sz="quarter" idx="27" hasCustomPrompt="1"/>
          </p:nvPr>
        </p:nvSpPr>
        <p:spPr>
          <a:xfrm>
            <a:off x="1074739" y="1346696"/>
            <a:ext cx="1302391" cy="631825"/>
          </a:xfrm>
          <a:prstGeom prst="rect">
            <a:avLst/>
          </a:prstGeom>
        </p:spPr>
        <p:txBody>
          <a:bodyPr/>
          <a:lstStyle>
            <a:lvl1pPr marL="0" indent="0">
              <a:buFontTx/>
              <a:buNone/>
              <a:defRPr sz="3750" b="1" i="0">
                <a:solidFill>
                  <a:srgbClr val="FF5A00"/>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XX</a:t>
            </a:r>
            <a:endParaRPr lang="en-US" dirty="0"/>
          </a:p>
        </p:txBody>
      </p:sp>
      <p:sp>
        <p:nvSpPr>
          <p:cNvPr id="11" name="Title"/>
          <p:cNvSpPr txBox="1">
            <a:spLocks noGrp="1"/>
          </p:cNvSpPr>
          <p:nvPr>
            <p:ph type="body" sz="quarter" idx="28" hasCustomPrompt="1"/>
          </p:nvPr>
        </p:nvSpPr>
        <p:spPr>
          <a:xfrm>
            <a:off x="1074739" y="4987093"/>
            <a:ext cx="3824923" cy="430759"/>
          </a:xfrm>
          <a:prstGeom prst="rect">
            <a:avLst/>
          </a:prstGeom>
        </p:spPr>
        <p:txBody>
          <a:bodyPr>
            <a:spAutoFit/>
          </a:bodyPr>
          <a:lstStyle>
            <a:lvl1pPr marL="0" indent="0" defTabSz="1218565">
              <a:lnSpc>
                <a:spcPct val="100000"/>
              </a:lnSpc>
              <a:buFontTx/>
              <a:buNone/>
              <a:defRPr sz="2200" b="1" i="0" baseline="0">
                <a:solidFill>
                  <a:srgbClr val="FF5A00"/>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Title</a:t>
            </a:r>
            <a:endParaRPr dirty="0"/>
          </a:p>
        </p:txBody>
      </p:sp>
      <p:sp>
        <p:nvSpPr>
          <p:cNvPr id="15" name="Slide Number"/>
          <p:cNvSpPr txBox="1"/>
          <p:nvPr userDrawn="1"/>
        </p:nvSpPr>
        <p:spPr>
          <a:xfrm>
            <a:off x="236919" y="6467940"/>
            <a:ext cx="195540"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E"/>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rgbClr val="232F3E"/>
              </a:solidFill>
              <a:effectLst/>
              <a:uLnTx/>
              <a:uFillTx/>
              <a:latin typeface="Amazon Ember"/>
              <a:ea typeface="Amazon Ember"/>
              <a:cs typeface="Amazon Ember"/>
              <a:sym typeface="Amazon Ember"/>
            </a:endParaRPr>
          </a:p>
        </p:txBody>
      </p:sp>
      <p:sp>
        <p:nvSpPr>
          <p:cNvPr id="16"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 Casca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stretch>
            <a:fillRect/>
          </a:stretch>
        </p:blipFill>
        <p:spPr>
          <a:xfrm>
            <a:off x="0" y="0"/>
            <a:ext cx="12196764" cy="6858000"/>
          </a:xfrm>
          <a:prstGeom prst="rect">
            <a:avLst/>
          </a:prstGeom>
        </p:spPr>
      </p:pic>
      <p:sp>
        <p:nvSpPr>
          <p:cNvPr id="14" name="Amazon Confidential"/>
          <p:cNvSpPr txBox="1"/>
          <p:nvPr userDrawn="1"/>
        </p:nvSpPr>
        <p:spPr>
          <a:xfrm>
            <a:off x="10128763" y="6435947"/>
            <a:ext cx="1720766" cy="151169"/>
          </a:xfrm>
          <a:prstGeom prst="rect">
            <a:avLst/>
          </a:prstGeom>
          <a:ln w="12700">
            <a:miter lim="400000"/>
          </a:ln>
        </p:spPr>
        <p:txBody>
          <a:bodyPr wrap="none" lIns="25387" tIns="25387" rIns="25387" bIns="2538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5" name="Slide Number"/>
          <p:cNvSpPr txBox="1"/>
          <p:nvPr userDrawn="1"/>
        </p:nvSpPr>
        <p:spPr>
          <a:xfrm>
            <a:off x="236919" y="6467940"/>
            <a:ext cx="195540"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bg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bg1"/>
              </a:solidFill>
              <a:effectLst/>
              <a:uLnTx/>
              <a:uFillTx/>
              <a:latin typeface="Amazon Ember"/>
              <a:ea typeface="Amazon Ember"/>
              <a:cs typeface="Amazon Ember"/>
              <a:sym typeface="Amazon Ember"/>
            </a:endParaRPr>
          </a:p>
        </p:txBody>
      </p:sp>
      <p:sp>
        <p:nvSpPr>
          <p:cNvPr id="17" name="Title"/>
          <p:cNvSpPr txBox="1">
            <a:spLocks noGrp="1"/>
          </p:cNvSpPr>
          <p:nvPr>
            <p:ph type="body" sz="quarter" idx="28" hasCustomPrompt="1"/>
          </p:nvPr>
        </p:nvSpPr>
        <p:spPr>
          <a:xfrm>
            <a:off x="3053193" y="4690353"/>
            <a:ext cx="3826417" cy="476990"/>
          </a:xfrm>
          <a:prstGeom prst="rect">
            <a:avLst/>
          </a:prstGeom>
        </p:spPr>
        <p:txBody>
          <a:bodyPr>
            <a:spAutoFit/>
          </a:bodyPr>
          <a:lstStyle>
            <a:lvl1pPr marL="0" indent="0" defTabSz="1219200">
              <a:lnSpc>
                <a:spcPct val="100000"/>
              </a:lnSpc>
              <a:buFontTx/>
              <a:buNone/>
              <a:defRPr sz="3750" b="1" i="0" baseline="8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de-DE" dirty="0" err="1"/>
              <a:t>Subtitle</a:t>
            </a:r>
            <a:endParaRPr dirty="0"/>
          </a:p>
        </p:txBody>
      </p:sp>
      <p:sp>
        <p:nvSpPr>
          <p:cNvPr id="20" name="Title"/>
          <p:cNvSpPr txBox="1">
            <a:spLocks noGrp="1"/>
          </p:cNvSpPr>
          <p:nvPr>
            <p:ph type="body" sz="quarter" idx="25" hasCustomPrompt="1"/>
          </p:nvPr>
        </p:nvSpPr>
        <p:spPr>
          <a:xfrm>
            <a:off x="2353048" y="2709153"/>
            <a:ext cx="3826417" cy="1323119"/>
          </a:xfrm>
          <a:prstGeom prst="rect">
            <a:avLst/>
          </a:prstGeom>
        </p:spPr>
        <p:txBody>
          <a:bodyPr>
            <a:spAutoFit/>
          </a:bodyPr>
          <a:lstStyle>
            <a:lvl1pPr marL="0" indent="0" defTabSz="1219200">
              <a:lnSpc>
                <a:spcPct val="100000"/>
              </a:lnSpc>
              <a:buFontTx/>
              <a:buNone/>
              <a:defRPr sz="8000" b="1" i="0" baseline="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noProof="0" dirty="0"/>
              <a:t>Section</a:t>
            </a:r>
            <a:endParaRPr lang="en-US" noProof="0" dirty="0"/>
          </a:p>
        </p:txBody>
      </p:sp>
      <p:sp>
        <p:nvSpPr>
          <p:cNvPr id="21" name="Title"/>
          <p:cNvSpPr txBox="1">
            <a:spLocks noGrp="1"/>
          </p:cNvSpPr>
          <p:nvPr>
            <p:ph type="body" sz="quarter" idx="29" hasCustomPrompt="1"/>
          </p:nvPr>
        </p:nvSpPr>
        <p:spPr>
          <a:xfrm>
            <a:off x="3053193" y="4026765"/>
            <a:ext cx="5094775" cy="669286"/>
          </a:xfrm>
          <a:prstGeom prst="rect">
            <a:avLst/>
          </a:prstGeom>
        </p:spPr>
        <p:txBody>
          <a:bodyPr wrap="square">
            <a:spAutoFit/>
          </a:bodyPr>
          <a:lstStyle>
            <a:lvl1pPr marL="0" indent="0" defTabSz="1219200">
              <a:lnSpc>
                <a:spcPct val="100000"/>
              </a:lnSpc>
              <a:buFontTx/>
              <a:buNone/>
              <a:defRPr sz="3750" b="1" i="0" baseline="0">
                <a:solidFill>
                  <a:schemeClr val="bg1">
                    <a:alpha val="49730"/>
                  </a:schemeClr>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dirty="0"/>
          </a:p>
        </p:txBody>
      </p:sp>
      <p:sp>
        <p:nvSpPr>
          <p:cNvPr id="22" name="Text Placeholder 3"/>
          <p:cNvSpPr>
            <a:spLocks noGrp="1"/>
          </p:cNvSpPr>
          <p:nvPr>
            <p:ph type="body" sz="quarter" idx="24" hasCustomPrompt="1"/>
          </p:nvPr>
        </p:nvSpPr>
        <p:spPr>
          <a:xfrm>
            <a:off x="715529" y="2826077"/>
            <a:ext cx="1516393" cy="584994"/>
          </a:xfrm>
          <a:prstGeom prst="rect">
            <a:avLst/>
          </a:prstGeom>
        </p:spPr>
        <p:txBody>
          <a:bodyPr/>
          <a:lstStyle>
            <a:lvl1pPr marL="0" indent="0">
              <a:lnSpc>
                <a:spcPct val="110000"/>
              </a:lnSpc>
              <a:buFontTx/>
              <a:buNone/>
              <a:defRPr sz="375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8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44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XX</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8"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4" name="Content Placeholder 3"/>
          <p:cNvSpPr>
            <a:spLocks noGrp="1"/>
          </p:cNvSpPr>
          <p:nvPr>
            <p:ph sz="quarter" idx="28"/>
          </p:nvPr>
        </p:nvSpPr>
        <p:spPr>
          <a:xfrm>
            <a:off x="749805" y="1317625"/>
            <a:ext cx="11060451" cy="4740275"/>
          </a:xfrm>
          <a:prstGeom prst="rect">
            <a:avLst/>
          </a:prstGeom>
        </p:spPr>
        <p:txBody>
          <a:bodyPr/>
          <a:lstStyle>
            <a:lvl1pPr marL="0" indent="0">
              <a:buNone/>
              <a:defRPr sz="13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endParaRPr lang="en-US" dirty="0"/>
          </a:p>
        </p:txBody>
      </p:sp>
      <p:sp>
        <p:nvSpPr>
          <p:cNvPr id="5"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7"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9"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0"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1" name="TextBox 10"/>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2" name="TextBox 11"/>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13" name="TextBox 12"/>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4" name="TextBox 13"/>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5" name="TextBox 1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6" name="TextBox 15"/>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7" name="TextBox 16"/>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8" name="TextBox 17"/>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extBox 18"/>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w Subtitle">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11060451" cy="430759"/>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endParaRPr lang="en-US" dirty="0"/>
          </a:p>
        </p:txBody>
      </p:sp>
      <p:sp>
        <p:nvSpPr>
          <p:cNvPr id="8"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4" name="Content Placeholder 3"/>
          <p:cNvSpPr>
            <a:spLocks noGrp="1"/>
          </p:cNvSpPr>
          <p:nvPr>
            <p:ph sz="quarter" idx="28"/>
          </p:nvPr>
        </p:nvSpPr>
        <p:spPr>
          <a:xfrm>
            <a:off x="749805" y="1317625"/>
            <a:ext cx="11060451" cy="4740275"/>
          </a:xfrm>
          <a:prstGeom prst="rect">
            <a:avLst/>
          </a:prstGeom>
        </p:spPr>
        <p:txBody>
          <a:bodyPr/>
          <a:lstStyle>
            <a:lvl1pPr marL="0" indent="0">
              <a:buNone/>
              <a:defRPr sz="13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endParaRPr lang="en-US" dirty="0"/>
          </a:p>
        </p:txBody>
      </p:sp>
      <p:sp>
        <p:nvSpPr>
          <p:cNvPr id="5"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7"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9"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0"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1" name="TextBox 10"/>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2" name="TextBox 11"/>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13" name="TextBox 12"/>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4" name="TextBox 13"/>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5" name="TextBox 1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6" name="TextBox 15"/>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7" name="TextBox 16"/>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8" name="TextBox 17"/>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itle"/>
          <p:cNvSpPr txBox="1">
            <a:spLocks noGrp="1"/>
          </p:cNvSpPr>
          <p:nvPr>
            <p:ph type="body" sz="quarter" idx="30" hasCustomPrompt="1"/>
          </p:nvPr>
        </p:nvSpPr>
        <p:spPr>
          <a:xfrm>
            <a:off x="749804" y="919774"/>
            <a:ext cx="11060451" cy="369332"/>
          </a:xfrm>
          <a:prstGeom prst="rect">
            <a:avLst/>
          </a:prstGeom>
        </p:spPr>
        <p:txBody>
          <a:bodyPr wrap="square">
            <a:spAutoFit/>
          </a:bodyPr>
          <a:lstStyle>
            <a:lvl1pPr marL="0" indent="0" defTabSz="1218565">
              <a:lnSpc>
                <a:spcPct val="100000"/>
              </a:lnSpc>
              <a:spcBef>
                <a:spcPts val="0"/>
              </a:spcBef>
              <a:buFontTx/>
              <a:buNone/>
              <a:defRPr sz="1800" b="0" i="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Subtitle goes here </a:t>
            </a:r>
            <a:endParaRPr lang="en-US" dirty="0"/>
          </a:p>
        </p:txBody>
      </p:sp>
      <p:sp>
        <p:nvSpPr>
          <p:cNvPr id="20" name="TextBox 19"/>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 Red Punchlin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stretch>
            <a:fillRect/>
          </a:stretch>
        </p:blipFill>
        <p:spPr>
          <a:xfrm>
            <a:off x="761207" y="4978400"/>
            <a:ext cx="11049049" cy="1153547"/>
          </a:xfrm>
          <a:prstGeom prst="rect">
            <a:avLst/>
          </a:prstGeom>
        </p:spPr>
      </p:pic>
      <p:sp>
        <p:nvSpPr>
          <p:cNvPr id="14" name="Rounded Rectangle 13"/>
          <p:cNvSpPr/>
          <p:nvPr userDrawn="1"/>
        </p:nvSpPr>
        <p:spPr>
          <a:xfrm rot="5400000">
            <a:off x="5815499" y="182582"/>
            <a:ext cx="907425" cy="10728911"/>
          </a:xfrm>
          <a:prstGeom prst="roundRect">
            <a:avLst>
              <a:gd name="adj" fmla="val 50000"/>
            </a:avLst>
          </a:prstGeom>
          <a:gradFill>
            <a:gsLst>
              <a:gs pos="0">
                <a:srgbClr val="FF5A00"/>
              </a:gs>
              <a:gs pos="99000">
                <a:srgbClr val="FF9A73"/>
              </a:gs>
              <a:gs pos="52000">
                <a:srgbClr val="FF8441"/>
              </a:gs>
            </a:gsLst>
            <a:lin ang="15000000" scaled="0"/>
          </a:gradFill>
          <a:ln>
            <a:noFill/>
          </a:ln>
          <a:effectLst/>
          <a:scene3d>
            <a:camera prst="orthographicFront"/>
            <a:lightRig rig="threePt" dir="t"/>
          </a:scene3d>
          <a:sp3d>
            <a:bevelT w="0" h="114300"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kern="0" dirty="0">
              <a:solidFill>
                <a:prstClr val="white"/>
              </a:solidFill>
              <a:latin typeface="Calibri" panose="020F0502020204030204"/>
              <a:sym typeface="Helvetica Neue"/>
            </a:endParaRPr>
          </a:p>
        </p:txBody>
      </p:sp>
      <p:sp>
        <p:nvSpPr>
          <p:cNvPr id="15" name="Text Placeholder 3"/>
          <p:cNvSpPr>
            <a:spLocks noGrp="1"/>
          </p:cNvSpPr>
          <p:nvPr>
            <p:ph type="body" sz="quarter" idx="29" hasCustomPrompt="1"/>
          </p:nvPr>
        </p:nvSpPr>
        <p:spPr>
          <a:xfrm>
            <a:off x="1047614" y="5093325"/>
            <a:ext cx="10438041" cy="907425"/>
          </a:xfrm>
          <a:prstGeom prst="rect">
            <a:avLst/>
          </a:prstGeom>
        </p:spPr>
        <p:txBody>
          <a:bodyPr anchor="ctr" anchorCtr="0"/>
          <a:lstStyle>
            <a:lvl1pPr marL="0" indent="0" algn="ctr">
              <a:lnSpc>
                <a:spcPct val="110000"/>
              </a:lnSpc>
              <a:buFontTx/>
              <a:buNone/>
              <a:defRPr sz="2000" b="1" i="0" baseline="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Key recommendation / call to action goes here</a:t>
            </a:r>
            <a:endParaRPr lang="en-US" dirty="0"/>
          </a:p>
        </p:txBody>
      </p:sp>
      <p:sp>
        <p:nvSpPr>
          <p:cNvPr id="17" name="Content Placeholder 3"/>
          <p:cNvSpPr>
            <a:spLocks noGrp="1"/>
          </p:cNvSpPr>
          <p:nvPr>
            <p:ph sz="quarter" idx="28"/>
          </p:nvPr>
        </p:nvSpPr>
        <p:spPr>
          <a:xfrm>
            <a:off x="749804" y="1317625"/>
            <a:ext cx="11060452" cy="3578225"/>
          </a:xfrm>
          <a:prstGeom prst="rect">
            <a:avLst/>
          </a:prstGeom>
        </p:spPr>
        <p:txBody>
          <a:bodyPr/>
          <a:lstStyle>
            <a:lvl1pPr marL="0" indent="0">
              <a:buNone/>
              <a:defRPr sz="13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endParaRPr lang="en-US" dirty="0"/>
          </a:p>
        </p:txBody>
      </p:sp>
      <p:sp>
        <p:nvSpPr>
          <p:cNvPr id="9"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10" name="Text Placeholder 4"/>
          <p:cNvSpPr>
            <a:spLocks noGrp="1"/>
          </p:cNvSpPr>
          <p:nvPr>
            <p:ph type="body" sz="quarter" idx="30"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1"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2"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lang="en-US" sz="1800" b="0" i="0" u="none" strike="noStrike" cap="none" spc="0" normalizeH="0" baseline="0">
                <a:ln>
                  <a:noFill/>
                </a:ln>
                <a:solidFill>
                  <a:srgbClr val="000000"/>
                </a:solidFill>
                <a:effectLst/>
                <a:uFillTx/>
              </a:defRPr>
            </a:defPPr>
            <a:lvl1pPr marR="0" lvl="0" indent="0" algn="ctr" defTabSz="583565" fontAlgn="auto" hangingPunct="0">
              <a:lnSpc>
                <a:spcPct val="100000"/>
              </a:lnSpc>
              <a:spcBef>
                <a:spcPts val="0"/>
              </a:spcBef>
              <a:spcAft>
                <a:spcPts val="0"/>
              </a:spcAft>
              <a:buClrTx/>
              <a:buSzTx/>
              <a:buFontTx/>
              <a:buNone/>
              <a:defRPr kumimoji="0" sz="1800" b="0" i="0" u="none" strike="noStrike" kern="0" cap="none" spc="0" normalizeH="0" baseline="0">
                <a:ln>
                  <a:noFill/>
                </a:ln>
                <a:effectLst/>
                <a:uLnTx/>
                <a:uFillTx/>
                <a:latin typeface="Amazon Ember"/>
                <a:ea typeface="Amazon Ember"/>
                <a:cs typeface="Amazon Ember"/>
              </a:defRPr>
            </a:lvl1pPr>
            <a:lvl2pPr marL="0" marR="0" indent="4572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2pPr>
            <a:lvl3pPr marL="0" marR="0" indent="9144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3pPr>
            <a:lvl4pPr marL="0" marR="0" indent="13716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4pPr>
            <a:lvl5pPr marL="0" marR="0" indent="18288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5pPr>
            <a:lvl6pPr marL="0" marR="0" indent="22860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6pPr>
            <a:lvl7pPr marL="0" marR="0" indent="27432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7pPr>
            <a:lvl8pPr marL="0" marR="0" indent="32004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8pPr>
            <a:lvl9pPr marL="0" marR="0" indent="36576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9pPr>
          </a:lstStyle>
          <a:p>
            <a:pPr lvl="0"/>
            <a:fld id="{86CB4B4D-7CA3-9044-876B-883B54F8677D}" type="slidenum">
              <a:rPr lang="en-US" sz="900" noProof="0" smtClean="0">
                <a:sym typeface="Amazon Ember"/>
              </a:rPr>
            </a:fld>
            <a:endParaRPr lang="en-US" sz="900" noProof="0" dirty="0">
              <a:sym typeface="Amazon Ember"/>
            </a:endParaRPr>
          </a:p>
        </p:txBody>
      </p:sp>
      <p:sp>
        <p:nvSpPr>
          <p:cNvPr id="13"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8"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9" name="TextBox 18"/>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0" name="TextBox 19"/>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21" name="TextBox 20"/>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2" name="TextBox 21"/>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TextBox 22"/>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Box 23"/>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6" name="TextBox 25"/>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7" name="TextBox 26"/>
          <p:cNvSpPr txBox="1"/>
          <p:nvPr userDrawn="1"/>
        </p:nvSpPr>
        <p:spPr>
          <a:xfrm>
            <a:off x="12220571" y="484161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TextBox 27"/>
          <p:cNvSpPr txBox="1"/>
          <p:nvPr userDrawn="1"/>
        </p:nvSpPr>
        <p:spPr>
          <a:xfrm>
            <a:off x="-1287054" y="4582000"/>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9" name="TextBox 28"/>
          <p:cNvSpPr txBox="1"/>
          <p:nvPr userDrawn="1"/>
        </p:nvSpPr>
        <p:spPr>
          <a:xfrm>
            <a:off x="-1287054" y="5345256"/>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punchline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 Red Side Bar">
    <p:spTree>
      <p:nvGrpSpPr>
        <p:cNvPr id="1" name=""/>
        <p:cNvGrpSpPr/>
        <p:nvPr/>
      </p:nvGrpSpPr>
      <p:grpSpPr>
        <a:xfrm>
          <a:off x="0" y="0"/>
          <a:ext cx="0" cy="0"/>
          <a:chOff x="0" y="0"/>
          <a:chExt cx="0" cy="0"/>
        </a:xfrm>
      </p:grpSpPr>
      <p:sp>
        <p:nvSpPr>
          <p:cNvPr id="21" name="Content Placeholder 3"/>
          <p:cNvSpPr>
            <a:spLocks noGrp="1"/>
          </p:cNvSpPr>
          <p:nvPr>
            <p:ph sz="quarter" idx="28"/>
          </p:nvPr>
        </p:nvSpPr>
        <p:spPr>
          <a:xfrm>
            <a:off x="749804" y="1317625"/>
            <a:ext cx="7289043" cy="4740275"/>
          </a:xfrm>
          <a:prstGeom prst="rect">
            <a:avLst/>
          </a:prstGeom>
        </p:spPr>
        <p:txBody>
          <a:bodyPr/>
          <a:lstStyle>
            <a:lvl1pPr marL="0" indent="0">
              <a:buNone/>
              <a:defRPr sz="13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endParaRPr lang="en-US" dirty="0"/>
          </a:p>
        </p:txBody>
      </p:sp>
      <p:pic>
        <p:nvPicPr>
          <p:cNvPr id="22" name="Picture 21"/>
          <p:cNvPicPr>
            <a:picLocks noChangeAspect="1"/>
          </p:cNvPicPr>
          <p:nvPr userDrawn="1"/>
        </p:nvPicPr>
        <p:blipFill>
          <a:blip r:embed="rId2"/>
          <a:stretch>
            <a:fillRect/>
          </a:stretch>
        </p:blipFill>
        <p:spPr>
          <a:xfrm>
            <a:off x="7839112" y="905934"/>
            <a:ext cx="4221380" cy="5532967"/>
          </a:xfrm>
          <a:prstGeom prst="rect">
            <a:avLst/>
          </a:prstGeom>
        </p:spPr>
      </p:pic>
      <p:sp>
        <p:nvSpPr>
          <p:cNvPr id="12"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18" name="Text Placeholder 3"/>
          <p:cNvSpPr>
            <a:spLocks noGrp="1"/>
          </p:cNvSpPr>
          <p:nvPr>
            <p:ph type="body" sz="quarter" idx="30" hasCustomPrompt="1"/>
          </p:nvPr>
        </p:nvSpPr>
        <p:spPr>
          <a:xfrm>
            <a:off x="8608325" y="1955017"/>
            <a:ext cx="2727066" cy="3791106"/>
          </a:xfrm>
          <a:prstGeom prst="rect">
            <a:avLst/>
          </a:prstGeom>
        </p:spPr>
        <p:txBody>
          <a:bodyPr/>
          <a:lstStyle>
            <a:lvl1pPr marL="0" indent="0" algn="l">
              <a:lnSpc>
                <a:spcPct val="110000"/>
              </a:lnSpc>
              <a:buFontTx/>
              <a:buNone/>
              <a:defRPr sz="1600" b="0" i="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9"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0"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8"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1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3"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2" name="TextBox 1"/>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4" name="TextBox 13"/>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15" name="TextBox 14"/>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6" name="TextBox 15"/>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extBox 18"/>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0" name="TextBox 19"/>
          <p:cNvSpPr txBox="1"/>
          <p:nvPr userDrawn="1"/>
        </p:nvSpPr>
        <p:spPr>
          <a:xfrm rot="16200000">
            <a:off x="7439993" y="-759997"/>
            <a:ext cx="1287222"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TextBox 22"/>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Box 23"/>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6" name="TextBox 25"/>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w Frame">
    <p:spTree>
      <p:nvGrpSpPr>
        <p:cNvPr id="1" name=""/>
        <p:cNvGrpSpPr/>
        <p:nvPr/>
      </p:nvGrpSpPr>
      <p:grpSpPr>
        <a:xfrm>
          <a:off x="0" y="0"/>
          <a:ext cx="0" cy="0"/>
          <a:chOff x="0" y="0"/>
          <a:chExt cx="0" cy="0"/>
        </a:xfrm>
      </p:grpSpPr>
      <p:pic>
        <p:nvPicPr>
          <p:cNvPr id="20" name="Picture 19" descr="Graphical user interface, application&#10;&#10;Description automatically generated"/>
          <p:cNvPicPr>
            <a:picLocks noChangeAspect="1"/>
          </p:cNvPicPr>
          <p:nvPr userDrawn="1"/>
        </p:nvPicPr>
        <p:blipFill rotWithShape="1">
          <a:blip r:embed="rId2" cstate="email"/>
          <a:srcRect/>
          <a:stretch>
            <a:fillRect/>
          </a:stretch>
        </p:blipFill>
        <p:spPr>
          <a:xfrm>
            <a:off x="589089" y="1271387"/>
            <a:ext cx="11602911" cy="5586613"/>
          </a:xfrm>
          <a:prstGeom prst="rect">
            <a:avLst/>
          </a:prstGeom>
        </p:spPr>
      </p:pic>
      <p:sp>
        <p:nvSpPr>
          <p:cNvPr id="6"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8"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4" name="Content Placeholder 3"/>
          <p:cNvSpPr>
            <a:spLocks noGrp="1"/>
          </p:cNvSpPr>
          <p:nvPr>
            <p:ph sz="quarter" idx="28"/>
          </p:nvPr>
        </p:nvSpPr>
        <p:spPr>
          <a:xfrm>
            <a:off x="975820" y="2022478"/>
            <a:ext cx="7331830" cy="4035422"/>
          </a:xfrm>
          <a:prstGeom prst="rect">
            <a:avLst/>
          </a:prstGeom>
        </p:spPr>
        <p:txBody>
          <a:bodyPr/>
          <a:lstStyle>
            <a:lvl1pPr marL="0" indent="0">
              <a:buNone/>
              <a:defRPr sz="13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endParaRPr lang="en-US" dirty="0"/>
          </a:p>
        </p:txBody>
      </p:sp>
      <p:sp>
        <p:nvSpPr>
          <p:cNvPr id="5"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7"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9"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0"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1" name="TextBox 10"/>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2" name="TextBox 11"/>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13" name="TextBox 12"/>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4" name="TextBox 13"/>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5" name="TextBox 1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6" name="TextBox 15"/>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7" name="TextBox 16"/>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8" name="TextBox 17"/>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extBox 18"/>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Slide - Image Right">
    <p:spTree>
      <p:nvGrpSpPr>
        <p:cNvPr id="1" name=""/>
        <p:cNvGrpSpPr/>
        <p:nvPr/>
      </p:nvGrpSpPr>
      <p:grpSpPr>
        <a:xfrm>
          <a:off x="0" y="0"/>
          <a:ext cx="0" cy="0"/>
          <a:chOff x="0" y="0"/>
          <a:chExt cx="0" cy="0"/>
        </a:xfrm>
      </p:grpSpPr>
      <p:sp>
        <p:nvSpPr>
          <p:cNvPr id="4" name="Picture Placeholder 3"/>
          <p:cNvSpPr>
            <a:spLocks noGrp="1"/>
          </p:cNvSpPr>
          <p:nvPr>
            <p:ph type="pic" sz="quarter" idx="31"/>
          </p:nvPr>
        </p:nvSpPr>
        <p:spPr>
          <a:xfrm>
            <a:off x="7110224" y="0"/>
            <a:ext cx="5081776" cy="6858000"/>
          </a:xfrm>
          <a:prstGeom prst="rect">
            <a:avLst/>
          </a:prstGeom>
        </p:spPr>
        <p:txBody>
          <a:bodyPr anchor="ctr"/>
          <a:lstStyle>
            <a:lvl1pPr marL="0" indent="0" algn="ctr">
              <a:buNone/>
              <a:defRPr/>
            </a:lvl1pPr>
          </a:lstStyle>
          <a:p>
            <a:endParaRPr lang="en-US" dirty="0"/>
          </a:p>
        </p:txBody>
      </p:sp>
      <p:sp>
        <p:nvSpPr>
          <p:cNvPr id="12" name="Title"/>
          <p:cNvSpPr txBox="1">
            <a:spLocks noGrp="1"/>
          </p:cNvSpPr>
          <p:nvPr>
            <p:ph type="body" sz="quarter" idx="25" hasCustomPrompt="1"/>
          </p:nvPr>
        </p:nvSpPr>
        <p:spPr>
          <a:xfrm>
            <a:off x="749804" y="520296"/>
            <a:ext cx="6269207"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9"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0"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8"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13"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2" name="TextBox 1"/>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4" name="TextBox 13"/>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15" name="TextBox 14"/>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extBox 18"/>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0" name="TextBox 19"/>
          <p:cNvSpPr txBox="1"/>
          <p:nvPr userDrawn="1"/>
        </p:nvSpPr>
        <p:spPr>
          <a:xfrm rot="16200000">
            <a:off x="6433337" y="-759998"/>
            <a:ext cx="1287222"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TextBox 22"/>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Box 23"/>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27" name="Text Placeholder 3"/>
          <p:cNvSpPr>
            <a:spLocks noGrp="1"/>
          </p:cNvSpPr>
          <p:nvPr>
            <p:ph type="body" sz="quarter" idx="24" hasCustomPrompt="1"/>
          </p:nvPr>
        </p:nvSpPr>
        <p:spPr>
          <a:xfrm>
            <a:off x="749804" y="2506694"/>
            <a:ext cx="6269207" cy="2738677"/>
          </a:xfrm>
          <a:prstGeom prst="rect">
            <a:avLst/>
          </a:prstGeom>
        </p:spPr>
        <p:txBody>
          <a:bodyPr/>
          <a:lstStyle>
            <a:lvl1pPr marL="0" indent="0">
              <a:lnSpc>
                <a:spcPct val="110000"/>
              </a:lnSpc>
              <a:buFontTx/>
              <a:buNone/>
              <a:defRPr sz="1300" b="0" i="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8" name="Text Placeholder 3"/>
          <p:cNvSpPr>
            <a:spLocks noGrp="1"/>
          </p:cNvSpPr>
          <p:nvPr>
            <p:ph type="body" sz="quarter" idx="30" hasCustomPrompt="1"/>
          </p:nvPr>
        </p:nvSpPr>
        <p:spPr>
          <a:xfrm>
            <a:off x="749804" y="1887538"/>
            <a:ext cx="6269207" cy="584994"/>
          </a:xfrm>
          <a:prstGeom prst="rect">
            <a:avLst/>
          </a:prstGeom>
        </p:spPr>
        <p:txBody>
          <a:bodyPr anchor="b" anchorCtr="0"/>
          <a:lstStyle>
            <a:lvl1pPr marL="0" indent="0">
              <a:lnSpc>
                <a:spcPct val="110000"/>
              </a:lnSpc>
              <a:buFontTx/>
              <a:buNone/>
              <a:defRPr sz="1600" b="1" i="0" baseline="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21" name="TextBox 20"/>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ank Slide - Image Left">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cstate="email"/>
          <a:srcRect/>
          <a:stretch>
            <a:fillRect/>
          </a:stretch>
        </p:blipFill>
        <p:spPr>
          <a:xfrm>
            <a:off x="0" y="1874976"/>
            <a:ext cx="4651047" cy="4983024"/>
          </a:xfrm>
          <a:prstGeom prst="rect">
            <a:avLst/>
          </a:prstGeom>
        </p:spPr>
      </p:pic>
      <p:sp>
        <p:nvSpPr>
          <p:cNvPr id="6"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8"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4" name="Content Placeholder 3"/>
          <p:cNvSpPr>
            <a:spLocks noGrp="1"/>
          </p:cNvSpPr>
          <p:nvPr>
            <p:ph sz="quarter" idx="28"/>
          </p:nvPr>
        </p:nvSpPr>
        <p:spPr>
          <a:xfrm>
            <a:off x="3982397" y="1317625"/>
            <a:ext cx="7827859" cy="4740275"/>
          </a:xfrm>
          <a:prstGeom prst="rect">
            <a:avLst/>
          </a:prstGeom>
        </p:spPr>
        <p:txBody>
          <a:bodyPr/>
          <a:lstStyle>
            <a:lvl1pPr marL="0" indent="0">
              <a:buNone/>
              <a:defRPr sz="13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a:solidFill>
                  <a:schemeClr val="bg1">
                    <a:lumMod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endParaRPr lang="en-US" dirty="0"/>
          </a:p>
        </p:txBody>
      </p:sp>
      <p:sp>
        <p:nvSpPr>
          <p:cNvPr id="5"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9"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0"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1" name="TextBox 10"/>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2" name="TextBox 11"/>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13" name="TextBox 12"/>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4" name="TextBox 13"/>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5" name="TextBox 1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6" name="TextBox 15"/>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7" name="TextBox 16"/>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8" name="TextBox 17"/>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extBox 18"/>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7"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bg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bg1"/>
              </a:solidFill>
              <a:effectLst/>
              <a:uLnTx/>
              <a:uFillTx/>
              <a:latin typeface="Amazon Ember"/>
              <a:ea typeface="Amazon Ember"/>
              <a:cs typeface="Amazon Ember"/>
              <a:sym typeface="Amazon Emb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d Circle">
    <p:spTree>
      <p:nvGrpSpPr>
        <p:cNvPr id="1" name=""/>
        <p:cNvGrpSpPr/>
        <p:nvPr/>
      </p:nvGrpSpPr>
      <p:grpSpPr>
        <a:xfrm>
          <a:off x="0" y="0"/>
          <a:ext cx="0" cy="0"/>
          <a:chOff x="0" y="0"/>
          <a:chExt cx="0" cy="0"/>
        </a:xfrm>
      </p:grpSpPr>
      <p:pic>
        <p:nvPicPr>
          <p:cNvPr id="16" name="Picture 15" descr="Shape, circle&#10;&#10;Description automatically generated"/>
          <p:cNvPicPr>
            <a:picLocks noChangeAspect="1"/>
          </p:cNvPicPr>
          <p:nvPr userDrawn="1"/>
        </p:nvPicPr>
        <p:blipFill rotWithShape="1">
          <a:blip r:embed="rId2" cstate="hqprint"/>
          <a:srcRect/>
          <a:stretch>
            <a:fillRect/>
          </a:stretch>
        </p:blipFill>
        <p:spPr>
          <a:xfrm>
            <a:off x="4201134" y="893"/>
            <a:ext cx="7990866" cy="6856214"/>
          </a:xfrm>
          <a:prstGeom prst="rect">
            <a:avLst/>
          </a:prstGeom>
        </p:spPr>
      </p:pic>
      <p:pic>
        <p:nvPicPr>
          <p:cNvPr id="18" name="Picture 17"/>
          <p:cNvPicPr>
            <a:picLocks noChangeAspect="1"/>
          </p:cNvPicPr>
          <p:nvPr userDrawn="1"/>
        </p:nvPicPr>
        <p:blipFill>
          <a:blip r:embed="rId3"/>
          <a:stretch>
            <a:fillRect/>
          </a:stretch>
        </p:blipFill>
        <p:spPr>
          <a:xfrm>
            <a:off x="5751841" y="1101872"/>
            <a:ext cx="4665624" cy="4666232"/>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49804" y="2506694"/>
            <a:ext cx="3369989" cy="2738677"/>
          </a:xfrm>
          <a:prstGeom prst="rect">
            <a:avLst/>
          </a:prstGeom>
        </p:spPr>
        <p:txBody>
          <a:bodyPr/>
          <a:lstStyle>
            <a:lvl1pPr marL="0" indent="0">
              <a:lnSpc>
                <a:spcPct val="110000"/>
              </a:lnSpc>
              <a:buFontTx/>
              <a:buNone/>
              <a:defRPr sz="1300" b="0" i="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4" name="Text Placeholder 3"/>
          <p:cNvSpPr>
            <a:spLocks noGrp="1"/>
          </p:cNvSpPr>
          <p:nvPr>
            <p:ph type="body" sz="quarter" idx="28" hasCustomPrompt="1"/>
          </p:nvPr>
        </p:nvSpPr>
        <p:spPr>
          <a:xfrm>
            <a:off x="6175404" y="2472532"/>
            <a:ext cx="3818498" cy="1359694"/>
          </a:xfrm>
          <a:prstGeom prst="rect">
            <a:avLst/>
          </a:prstGeom>
        </p:spPr>
        <p:txBody>
          <a:bodyPr/>
          <a:lstStyle>
            <a:lvl1pPr marL="0" indent="0" algn="ctr">
              <a:buNone/>
              <a:defRPr sz="3750" b="1" baseline="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Key insight goes here </a:t>
            </a:r>
            <a:endParaRPr lang="en-US" dirty="0"/>
          </a:p>
        </p:txBody>
      </p:sp>
      <p:sp>
        <p:nvSpPr>
          <p:cNvPr id="23" name="Text Placeholder 3"/>
          <p:cNvSpPr>
            <a:spLocks noGrp="1"/>
          </p:cNvSpPr>
          <p:nvPr>
            <p:ph type="body" sz="quarter" idx="29" hasCustomPrompt="1"/>
          </p:nvPr>
        </p:nvSpPr>
        <p:spPr>
          <a:xfrm>
            <a:off x="6175404" y="3929001"/>
            <a:ext cx="3818498" cy="833500"/>
          </a:xfrm>
          <a:prstGeom prst="rect">
            <a:avLst/>
          </a:prstGeom>
        </p:spPr>
        <p:txBody>
          <a:bodyPr/>
          <a:lstStyle>
            <a:lvl1pPr marL="0" indent="0" algn="ctr">
              <a:buNone/>
              <a:defRPr sz="1600" b="1" baseline="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Subheading for stat goes here</a:t>
            </a:r>
            <a:endParaRPr lang="en-US" dirty="0"/>
          </a:p>
        </p:txBody>
      </p:sp>
      <p:sp>
        <p:nvSpPr>
          <p:cNvPr id="14" name="Text Placeholder 3"/>
          <p:cNvSpPr>
            <a:spLocks noGrp="1"/>
          </p:cNvSpPr>
          <p:nvPr>
            <p:ph type="body" sz="quarter" idx="30" hasCustomPrompt="1"/>
          </p:nvPr>
        </p:nvSpPr>
        <p:spPr>
          <a:xfrm>
            <a:off x="749804" y="1887538"/>
            <a:ext cx="3369989" cy="584994"/>
          </a:xfrm>
          <a:prstGeom prst="rect">
            <a:avLst/>
          </a:prstGeom>
        </p:spPr>
        <p:txBody>
          <a:bodyPr anchor="b" anchorCtr="0"/>
          <a:lstStyle>
            <a:lvl1pPr marL="0" indent="0">
              <a:lnSpc>
                <a:spcPct val="110000"/>
              </a:lnSpc>
              <a:buFontTx/>
              <a:buNone/>
              <a:defRPr sz="1600" b="1" i="0" baseline="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2" name="Text Placeholder 4"/>
          <p:cNvSpPr>
            <a:spLocks noGrp="1"/>
          </p:cNvSpPr>
          <p:nvPr>
            <p:ph type="body" sz="quarter" idx="31"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3"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5"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19"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7" name="TextBox 16"/>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0" name="TextBox 19"/>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22" name="TextBox 21"/>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Box 23"/>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6" name="TextBox 25"/>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7" name="TextBox 26"/>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TextBox 27"/>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9" name="TextBox 28"/>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d Arrow">
    <p:spTree>
      <p:nvGrpSpPr>
        <p:cNvPr id="1" name=""/>
        <p:cNvGrpSpPr/>
        <p:nvPr/>
      </p:nvGrpSpPr>
      <p:grpSpPr>
        <a:xfrm>
          <a:off x="0" y="0"/>
          <a:ext cx="0" cy="0"/>
          <a:chOff x="0" y="0"/>
          <a:chExt cx="0" cy="0"/>
        </a:xfrm>
      </p:grpSpPr>
      <p:pic>
        <p:nvPicPr>
          <p:cNvPr id="16" name="Picture 15" descr="Shape, circle&#10;&#10;Description automatically generated"/>
          <p:cNvPicPr>
            <a:picLocks noChangeAspect="1"/>
          </p:cNvPicPr>
          <p:nvPr userDrawn="1"/>
        </p:nvPicPr>
        <p:blipFill rotWithShape="1">
          <a:blip r:embed="rId2" cstate="hqprint"/>
          <a:srcRect/>
          <a:stretch>
            <a:fillRect/>
          </a:stretch>
        </p:blipFill>
        <p:spPr>
          <a:xfrm>
            <a:off x="4201134" y="893"/>
            <a:ext cx="7990866" cy="6856214"/>
          </a:xfrm>
          <a:prstGeom prst="rect">
            <a:avLst/>
          </a:prstGeom>
        </p:spPr>
      </p:pic>
      <p:pic>
        <p:nvPicPr>
          <p:cNvPr id="18" name="Picture 17"/>
          <p:cNvPicPr>
            <a:picLocks noChangeAspect="1"/>
          </p:cNvPicPr>
          <p:nvPr userDrawn="1"/>
        </p:nvPicPr>
        <p:blipFill>
          <a:blip r:embed="rId3"/>
          <a:stretch>
            <a:fillRect/>
          </a:stretch>
        </p:blipFill>
        <p:spPr>
          <a:xfrm>
            <a:off x="5751841" y="1101872"/>
            <a:ext cx="4665624" cy="4666232"/>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over two lines if necessary</a:t>
            </a:r>
            <a:endParaRPr lang="en-US" dirty="0"/>
          </a:p>
        </p:txBody>
      </p:sp>
      <p:sp>
        <p:nvSpPr>
          <p:cNvPr id="2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23" name="Text Placeholder 3"/>
          <p:cNvSpPr>
            <a:spLocks noGrp="1"/>
          </p:cNvSpPr>
          <p:nvPr>
            <p:ph type="body" sz="quarter" idx="29" hasCustomPrompt="1"/>
          </p:nvPr>
        </p:nvSpPr>
        <p:spPr>
          <a:xfrm>
            <a:off x="6175404" y="4112528"/>
            <a:ext cx="3818498" cy="649973"/>
          </a:xfrm>
          <a:prstGeom prst="rect">
            <a:avLst/>
          </a:prstGeom>
        </p:spPr>
        <p:txBody>
          <a:bodyPr/>
          <a:lstStyle>
            <a:lvl1pPr marL="0" indent="0" algn="ctr">
              <a:buNone/>
              <a:defRPr sz="1600" b="1" baseline="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Subheading for stat goes here and can go over two lines</a:t>
            </a:r>
            <a:endParaRPr lang="en-US" dirty="0"/>
          </a:p>
        </p:txBody>
      </p:sp>
      <p:sp>
        <p:nvSpPr>
          <p:cNvPr id="13" name="Down Arrow 12"/>
          <p:cNvSpPr/>
          <p:nvPr userDrawn="1"/>
        </p:nvSpPr>
        <p:spPr>
          <a:xfrm rot="10800000">
            <a:off x="6777296" y="1649488"/>
            <a:ext cx="2614714" cy="2394715"/>
          </a:xfrm>
          <a:prstGeom prst="downArrow">
            <a:avLst>
              <a:gd name="adj1" fmla="val 50000"/>
              <a:gd name="adj2" fmla="val 60221"/>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kern="0">
              <a:solidFill>
                <a:prstClr val="white"/>
              </a:solidFill>
              <a:latin typeface="Calibri" panose="020F0502020204030204"/>
              <a:sym typeface="Helvetica Neue"/>
            </a:endParaRPr>
          </a:p>
        </p:txBody>
      </p:sp>
      <p:sp>
        <p:nvSpPr>
          <p:cNvPr id="4" name="Text Placeholder 3"/>
          <p:cNvSpPr>
            <a:spLocks noGrp="1"/>
          </p:cNvSpPr>
          <p:nvPr>
            <p:ph type="body" sz="quarter" idx="28" hasCustomPrompt="1"/>
          </p:nvPr>
        </p:nvSpPr>
        <p:spPr>
          <a:xfrm>
            <a:off x="7018031" y="2565400"/>
            <a:ext cx="2133244" cy="541524"/>
          </a:xfrm>
          <a:prstGeom prst="rect">
            <a:avLst/>
          </a:prstGeom>
        </p:spPr>
        <p:txBody>
          <a:bodyPr/>
          <a:lstStyle>
            <a:lvl1pPr marL="0" indent="0" algn="ctr">
              <a:buNone/>
              <a:defRPr sz="3750" b="1">
                <a:solidFill>
                  <a:schemeClr val="bg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XX%</a:t>
            </a:r>
            <a:endParaRPr lang="en-US" dirty="0"/>
          </a:p>
        </p:txBody>
      </p:sp>
      <p:sp>
        <p:nvSpPr>
          <p:cNvPr id="22" name="Text Placeholder 3"/>
          <p:cNvSpPr>
            <a:spLocks noGrp="1"/>
          </p:cNvSpPr>
          <p:nvPr>
            <p:ph type="body" sz="quarter" idx="24" hasCustomPrompt="1"/>
          </p:nvPr>
        </p:nvSpPr>
        <p:spPr>
          <a:xfrm>
            <a:off x="749804" y="2506694"/>
            <a:ext cx="3369989" cy="2738677"/>
          </a:xfrm>
          <a:prstGeom prst="rect">
            <a:avLst/>
          </a:prstGeom>
        </p:spPr>
        <p:txBody>
          <a:bodyPr/>
          <a:lstStyle>
            <a:lvl1pPr marL="0" indent="0">
              <a:lnSpc>
                <a:spcPct val="110000"/>
              </a:lnSpc>
              <a:buFontTx/>
              <a:buNone/>
              <a:defRPr sz="1300" b="0" i="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4" name="Text Placeholder 3"/>
          <p:cNvSpPr>
            <a:spLocks noGrp="1"/>
          </p:cNvSpPr>
          <p:nvPr>
            <p:ph type="body" sz="quarter" idx="30" hasCustomPrompt="1"/>
          </p:nvPr>
        </p:nvSpPr>
        <p:spPr>
          <a:xfrm>
            <a:off x="749804" y="1887538"/>
            <a:ext cx="3369989" cy="584994"/>
          </a:xfrm>
          <a:prstGeom prst="rect">
            <a:avLst/>
          </a:prstGeom>
        </p:spPr>
        <p:txBody>
          <a:bodyPr anchor="b" anchorCtr="0"/>
          <a:lstStyle>
            <a:lvl1pPr marL="0" indent="0">
              <a:lnSpc>
                <a:spcPct val="110000"/>
              </a:lnSpc>
              <a:buFontTx/>
              <a:buNone/>
              <a:defRPr sz="1600" b="1" i="0" baseline="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4" name="Text Placeholder 4"/>
          <p:cNvSpPr>
            <a:spLocks noGrp="1"/>
          </p:cNvSpPr>
          <p:nvPr>
            <p:ph type="body" sz="quarter" idx="31"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7"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5"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lang="en-US" sz="1800" b="0" i="0" u="none" strike="noStrike" cap="none" spc="0" normalizeH="0" baseline="0">
                <a:ln>
                  <a:noFill/>
                </a:ln>
                <a:solidFill>
                  <a:srgbClr val="000000"/>
                </a:solidFill>
                <a:effectLst/>
                <a:uFillTx/>
              </a:defRPr>
            </a:defPPr>
            <a:lvl1pPr marR="0" lvl="0" indent="0" algn="ctr" defTabSz="583565" fontAlgn="auto" hangingPunct="0">
              <a:lnSpc>
                <a:spcPct val="100000"/>
              </a:lnSpc>
              <a:spcBef>
                <a:spcPts val="0"/>
              </a:spcBef>
              <a:spcAft>
                <a:spcPts val="0"/>
              </a:spcAft>
              <a:buClrTx/>
              <a:buSzTx/>
              <a:buFontTx/>
              <a:buNone/>
              <a:defRPr kumimoji="0" sz="1800" b="0" i="0" u="none" strike="noStrike" kern="0" cap="none" spc="0" normalizeH="0" baseline="0">
                <a:ln>
                  <a:noFill/>
                </a:ln>
                <a:effectLst/>
                <a:uLnTx/>
                <a:uFillTx/>
                <a:latin typeface="Amazon Ember"/>
                <a:ea typeface="Amazon Ember"/>
                <a:cs typeface="Amazon Ember"/>
              </a:defRPr>
            </a:lvl1pPr>
            <a:lvl2pPr marL="0" marR="0" indent="4572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2pPr>
            <a:lvl3pPr marL="0" marR="0" indent="9144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3pPr>
            <a:lvl4pPr marL="0" marR="0" indent="13716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4pPr>
            <a:lvl5pPr marL="0" marR="0" indent="18288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5pPr>
            <a:lvl6pPr marL="0" marR="0" indent="22860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6pPr>
            <a:lvl7pPr marL="0" marR="0" indent="27432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7pPr>
            <a:lvl8pPr marL="0" marR="0" indent="32004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8pPr>
            <a:lvl9pPr marL="0" marR="0" indent="3657600" algn="ctr" defTabSz="2438400" fontAlgn="auto"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defRPr>
            </a:lvl9pPr>
          </a:lstStyle>
          <a:p>
            <a:pPr lvl="0"/>
            <a:fld id="{86CB4B4D-7CA3-9044-876B-883B54F8677D}" type="slidenum">
              <a:rPr lang="en-US" sz="900" noProof="0" smtClean="0">
                <a:sym typeface="Amazon Ember"/>
              </a:rPr>
            </a:fld>
            <a:endParaRPr lang="en-US" sz="900" noProof="0" dirty="0">
              <a:sym typeface="Amazon Ember"/>
            </a:endParaRPr>
          </a:p>
        </p:txBody>
      </p:sp>
      <p:sp>
        <p:nvSpPr>
          <p:cNvPr id="20"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9" name="TextBox 18"/>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26" name="TextBox 25"/>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7" name="TextBox 26"/>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TextBox 27"/>
          <p:cNvSpPr txBox="1"/>
          <p:nvPr userDrawn="1"/>
        </p:nvSpPr>
        <p:spPr>
          <a:xfrm>
            <a:off x="-1287054" y="6507225"/>
            <a:ext cx="1287054" cy="507831"/>
          </a:xfrm>
          <a:prstGeom prst="rect">
            <a:avLst/>
          </a:prstGeom>
          <a:noFill/>
        </p:spPr>
        <p:txBody>
          <a:bodyPr wrap="square" rtlCol="0">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9" name="TextBox 28"/>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0" name="TextBox 29"/>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1" name="TextBox 30"/>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2" name="TextBox 31"/>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on Red Background">
    <p:spTree>
      <p:nvGrpSpPr>
        <p:cNvPr id="1" name=""/>
        <p:cNvGrpSpPr/>
        <p:nvPr/>
      </p:nvGrpSpPr>
      <p:grpSpPr>
        <a:xfrm>
          <a:off x="0" y="0"/>
          <a:ext cx="0" cy="0"/>
          <a:chOff x="0" y="0"/>
          <a:chExt cx="0" cy="0"/>
        </a:xfrm>
      </p:grpSpPr>
      <p:pic>
        <p:nvPicPr>
          <p:cNvPr id="17" name="Picture 16" descr="Shape, circle&#10;&#10;Description automatically generated"/>
          <p:cNvPicPr>
            <a:picLocks noChangeAspect="1"/>
          </p:cNvPicPr>
          <p:nvPr userDrawn="1"/>
        </p:nvPicPr>
        <p:blipFill>
          <a:blip r:embed="rId2"/>
          <a:stretch>
            <a:fillRect/>
          </a:stretch>
        </p:blipFill>
        <p:spPr>
          <a:xfrm>
            <a:off x="1193475" y="672048"/>
            <a:ext cx="10998525" cy="6185059"/>
          </a:xfrm>
          <a:prstGeom prst="rect">
            <a:avLst/>
          </a:prstGeom>
        </p:spPr>
      </p:pic>
      <p:sp>
        <p:nvSpPr>
          <p:cNvPr id="3" name="Picture Placeholder 2"/>
          <p:cNvSpPr>
            <a:spLocks noGrp="1"/>
          </p:cNvSpPr>
          <p:nvPr>
            <p:ph type="pic" sz="quarter" idx="31" hasCustomPrompt="1"/>
          </p:nvPr>
        </p:nvSpPr>
        <p:spPr>
          <a:xfrm>
            <a:off x="5250766" y="786607"/>
            <a:ext cx="5051561" cy="6071394"/>
          </a:xfrm>
          <a:prstGeom prst="rect">
            <a:avLst/>
          </a:prstGeom>
        </p:spPr>
        <p:txBody>
          <a:bodyPr/>
          <a:lstStyle>
            <a:lvl1pPr marL="0" indent="0">
              <a:buNone/>
              <a:defRPr/>
            </a:lvl1pPr>
          </a:lstStyle>
          <a:p>
            <a:r>
              <a:rPr lang="en-US" dirty="0"/>
              <a:t>Add image</a:t>
            </a:r>
            <a:endParaRPr lang="en-US" dirty="0"/>
          </a:p>
        </p:txBody>
      </p:sp>
      <p:sp>
        <p:nvSpPr>
          <p:cNvPr id="2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solidFill>
                  <a:schemeClr val="bg1"/>
                </a:solidFill>
              </a:rPr>
              <a:t>Amazon Confidential</a:t>
            </a:r>
            <a:endParaRPr sz="650" dirty="0">
              <a:solidFill>
                <a:schemeClr val="bg1"/>
              </a:solidFill>
            </a:endParaRPr>
          </a:p>
        </p:txBody>
      </p:sp>
      <p:sp>
        <p:nvSpPr>
          <p:cNvPr id="15"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over two lines if necessary</a:t>
            </a:r>
            <a:endParaRPr lang="en-US" dirty="0"/>
          </a:p>
        </p:txBody>
      </p:sp>
      <p:sp>
        <p:nvSpPr>
          <p:cNvPr id="13" name="Text Placeholder 3"/>
          <p:cNvSpPr>
            <a:spLocks noGrp="1"/>
          </p:cNvSpPr>
          <p:nvPr>
            <p:ph type="body" sz="quarter" idx="24" hasCustomPrompt="1"/>
          </p:nvPr>
        </p:nvSpPr>
        <p:spPr>
          <a:xfrm>
            <a:off x="749804" y="2506694"/>
            <a:ext cx="3369989" cy="2738677"/>
          </a:xfrm>
          <a:prstGeom prst="rect">
            <a:avLst/>
          </a:prstGeom>
        </p:spPr>
        <p:txBody>
          <a:bodyPr/>
          <a:lstStyle>
            <a:lvl1pPr marL="0" indent="0">
              <a:lnSpc>
                <a:spcPct val="110000"/>
              </a:lnSpc>
              <a:buFontTx/>
              <a:buNone/>
              <a:defRPr sz="1300" b="0" i="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14" name="Text Placeholder 3"/>
          <p:cNvSpPr>
            <a:spLocks noGrp="1"/>
          </p:cNvSpPr>
          <p:nvPr>
            <p:ph type="body" sz="quarter" idx="30" hasCustomPrompt="1"/>
          </p:nvPr>
        </p:nvSpPr>
        <p:spPr>
          <a:xfrm>
            <a:off x="749804" y="1887538"/>
            <a:ext cx="3369989" cy="584994"/>
          </a:xfrm>
          <a:prstGeom prst="rect">
            <a:avLst/>
          </a:prstGeom>
        </p:spPr>
        <p:txBody>
          <a:bodyPr anchor="b" anchorCtr="0"/>
          <a:lstStyle>
            <a:lvl1pPr marL="0" indent="0">
              <a:lnSpc>
                <a:spcPct val="110000"/>
              </a:lnSpc>
              <a:buFontTx/>
              <a:buNone/>
              <a:defRPr sz="1600" b="1" i="0" baseline="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9" name="Text Placeholder 4"/>
          <p:cNvSpPr>
            <a:spLocks noGrp="1"/>
          </p:cNvSpPr>
          <p:nvPr>
            <p:ph type="body" sz="quarter" idx="29"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2"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0"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16"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18" name="TextBox 17"/>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9" name="TextBox 18"/>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20" name="TextBox 19"/>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2" name="TextBox 21"/>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TextBox 22"/>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Box 23"/>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6" name="TextBox 25"/>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7" name="TextBox 26"/>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Icons">
    <p:spTree>
      <p:nvGrpSpPr>
        <p:cNvPr id="1" name=""/>
        <p:cNvGrpSpPr/>
        <p:nvPr/>
      </p:nvGrpSpPr>
      <p:grpSpPr>
        <a:xfrm>
          <a:off x="0" y="0"/>
          <a:ext cx="0" cy="0"/>
          <a:chOff x="0" y="0"/>
          <a:chExt cx="0" cy="0"/>
        </a:xfrm>
      </p:grpSpPr>
      <p:sp>
        <p:nvSpPr>
          <p:cNvPr id="7" name="Text Placeholder 3"/>
          <p:cNvSpPr>
            <a:spLocks noGrp="1"/>
          </p:cNvSpPr>
          <p:nvPr>
            <p:ph type="body" sz="quarter" idx="28" hasCustomPrompt="1"/>
          </p:nvPr>
        </p:nvSpPr>
        <p:spPr>
          <a:xfrm>
            <a:off x="971549" y="4430203"/>
            <a:ext cx="3000667" cy="584994"/>
          </a:xfrm>
          <a:prstGeom prst="rect">
            <a:avLst/>
          </a:prstGeom>
        </p:spPr>
        <p:txBody>
          <a:bodyPr/>
          <a:lstStyle>
            <a:lvl1pPr marL="0" indent="0" algn="ctr">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9" name="Text Placeholder 3"/>
          <p:cNvSpPr>
            <a:spLocks noGrp="1"/>
          </p:cNvSpPr>
          <p:nvPr>
            <p:ph type="body" sz="quarter" idx="29" hasCustomPrompt="1"/>
          </p:nvPr>
        </p:nvSpPr>
        <p:spPr>
          <a:xfrm>
            <a:off x="4595667" y="4441808"/>
            <a:ext cx="3000667" cy="584994"/>
          </a:xfrm>
          <a:prstGeom prst="rect">
            <a:avLst/>
          </a:prstGeom>
        </p:spPr>
        <p:txBody>
          <a:bodyPr/>
          <a:lstStyle>
            <a:lvl1pPr marL="0" indent="0" algn="ctr">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10" name="Text Placeholder 3"/>
          <p:cNvSpPr>
            <a:spLocks noGrp="1"/>
          </p:cNvSpPr>
          <p:nvPr>
            <p:ph type="body" sz="quarter" idx="30" hasCustomPrompt="1"/>
          </p:nvPr>
        </p:nvSpPr>
        <p:spPr>
          <a:xfrm>
            <a:off x="8072947" y="4441808"/>
            <a:ext cx="3000667" cy="584994"/>
          </a:xfrm>
          <a:prstGeom prst="rect">
            <a:avLst/>
          </a:prstGeom>
        </p:spPr>
        <p:txBody>
          <a:bodyPr/>
          <a:lstStyle>
            <a:lvl1pPr marL="0" indent="0" algn="ctr">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11" name="Text Placeholder 3"/>
          <p:cNvSpPr>
            <a:spLocks noGrp="1"/>
          </p:cNvSpPr>
          <p:nvPr>
            <p:ph type="body" sz="quarter" idx="32" hasCustomPrompt="1"/>
          </p:nvPr>
        </p:nvSpPr>
        <p:spPr>
          <a:xfrm>
            <a:off x="971549" y="4025599"/>
            <a:ext cx="3000667" cy="311356"/>
          </a:xfrm>
          <a:prstGeom prst="rect">
            <a:avLst/>
          </a:prstGeom>
        </p:spPr>
        <p:txBody>
          <a:bodyPr/>
          <a:lstStyle>
            <a:lvl1pPr marL="0" indent="0" algn="ctr">
              <a:lnSpc>
                <a:spcPct val="110000"/>
              </a:lnSpc>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2" name="Text Placeholder 3"/>
          <p:cNvSpPr>
            <a:spLocks noGrp="1"/>
          </p:cNvSpPr>
          <p:nvPr>
            <p:ph type="body" sz="quarter" idx="33" hasCustomPrompt="1"/>
          </p:nvPr>
        </p:nvSpPr>
        <p:spPr>
          <a:xfrm>
            <a:off x="4595667" y="4037205"/>
            <a:ext cx="3000667" cy="311356"/>
          </a:xfrm>
          <a:prstGeom prst="rect">
            <a:avLst/>
          </a:prstGeom>
        </p:spPr>
        <p:txBody>
          <a:bodyPr/>
          <a:lstStyle>
            <a:lvl1pPr marL="0" marR="0" indent="0" algn="ctr" defTabSz="456565" rtl="0" eaLnBrk="1" fontAlgn="auto" latinLnBrk="0" hangingPunct="1">
              <a:lnSpc>
                <a:spcPct val="110000"/>
              </a:lnSpc>
              <a:spcBef>
                <a:spcPts val="500"/>
              </a:spcBef>
              <a:spcAft>
                <a:spcPts val="0"/>
              </a:spcAft>
              <a:buClrTx/>
              <a:buSzTx/>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3" name="Text Placeholder 3"/>
          <p:cNvSpPr>
            <a:spLocks noGrp="1"/>
          </p:cNvSpPr>
          <p:nvPr>
            <p:ph type="body" sz="quarter" idx="34" hasCustomPrompt="1"/>
          </p:nvPr>
        </p:nvSpPr>
        <p:spPr>
          <a:xfrm>
            <a:off x="8072947" y="4037205"/>
            <a:ext cx="3000667" cy="311356"/>
          </a:xfrm>
          <a:prstGeom prst="rect">
            <a:avLst/>
          </a:prstGeom>
        </p:spPr>
        <p:txBody>
          <a:bodyPr/>
          <a:lstStyle>
            <a:lvl1pPr marL="0" indent="0" algn="ctr">
              <a:lnSpc>
                <a:spcPct val="110000"/>
              </a:lnSpc>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6"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15" name="Text Placeholder 4"/>
          <p:cNvSpPr>
            <a:spLocks noGrp="1"/>
          </p:cNvSpPr>
          <p:nvPr>
            <p:ph type="body" sz="quarter" idx="35"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7"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4"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18"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9"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20" name="TextBox 19"/>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1" name="TextBox 20"/>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22" name="TextBox 21"/>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TextBox 22"/>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Box 23"/>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Box 24"/>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6" name="TextBox 25"/>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7" name="TextBox 26"/>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TextBox 27"/>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Icons">
    <p:spTree>
      <p:nvGrpSpPr>
        <p:cNvPr id="1" name=""/>
        <p:cNvGrpSpPr/>
        <p:nvPr/>
      </p:nvGrpSpPr>
      <p:grpSpPr>
        <a:xfrm>
          <a:off x="0" y="0"/>
          <a:ext cx="0" cy="0"/>
          <a:chOff x="0" y="0"/>
          <a:chExt cx="0" cy="0"/>
        </a:xfrm>
      </p:grpSpPr>
      <p:sp>
        <p:nvSpPr>
          <p:cNvPr id="14" name="Text Placeholder 3"/>
          <p:cNvSpPr>
            <a:spLocks noGrp="1"/>
          </p:cNvSpPr>
          <p:nvPr>
            <p:ph type="body" sz="quarter" idx="28" hasCustomPrompt="1"/>
          </p:nvPr>
        </p:nvSpPr>
        <p:spPr>
          <a:xfrm>
            <a:off x="749804" y="4405103"/>
            <a:ext cx="2467518" cy="584994"/>
          </a:xfrm>
          <a:prstGeom prst="rect">
            <a:avLst/>
          </a:prstGeom>
        </p:spPr>
        <p:txBody>
          <a:bodyPr/>
          <a:lstStyle>
            <a:lvl1pPr marL="0" indent="0" algn="ctr">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15" name="Text Placeholder 3"/>
          <p:cNvSpPr>
            <a:spLocks noGrp="1"/>
          </p:cNvSpPr>
          <p:nvPr>
            <p:ph type="body" sz="quarter" idx="29" hasCustomPrompt="1"/>
          </p:nvPr>
        </p:nvSpPr>
        <p:spPr>
          <a:xfrm>
            <a:off x="3495229" y="4405103"/>
            <a:ext cx="2475838" cy="584994"/>
          </a:xfrm>
          <a:prstGeom prst="rect">
            <a:avLst/>
          </a:prstGeom>
        </p:spPr>
        <p:txBody>
          <a:bodyPr/>
          <a:lstStyle>
            <a:lvl1pPr marL="0" marR="0" indent="0" algn="ctr" defTabSz="456565" rtl="0" eaLnBrk="1" fontAlgn="auto" latinLnBrk="0" hangingPunct="1">
              <a:lnSpc>
                <a:spcPct val="110000"/>
              </a:lnSpc>
              <a:spcBef>
                <a:spcPts val="500"/>
              </a:spcBef>
              <a:spcAft>
                <a:spcPts val="0"/>
              </a:spcAft>
              <a:buClrTx/>
              <a:buSzTx/>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marL="0" marR="0" lvl="0" indent="0" algn="ctr" defTabSz="456565" rtl="0" eaLnBrk="1" fontAlgn="auto" latinLnBrk="0" hangingPunct="1">
              <a:lnSpc>
                <a:spcPct val="110000"/>
              </a:lnSpc>
              <a:spcBef>
                <a:spcPts val="500"/>
              </a:spcBef>
              <a:spcAft>
                <a:spcPts val="0"/>
              </a:spcAft>
              <a:buClrTx/>
              <a:buSzTx/>
              <a:buFontTx/>
              <a:buNone/>
              <a:defRPr/>
            </a:pPr>
            <a:r>
              <a:rPr lang="en-US" dirty="0"/>
              <a:t>Text</a:t>
            </a:r>
            <a:endParaRPr lang="en-US" dirty="0"/>
          </a:p>
        </p:txBody>
      </p:sp>
      <p:sp>
        <p:nvSpPr>
          <p:cNvPr id="16" name="Text Placeholder 3"/>
          <p:cNvSpPr>
            <a:spLocks noGrp="1"/>
          </p:cNvSpPr>
          <p:nvPr>
            <p:ph type="body" sz="quarter" idx="30" hasCustomPrompt="1"/>
          </p:nvPr>
        </p:nvSpPr>
        <p:spPr>
          <a:xfrm>
            <a:off x="6243427" y="4405103"/>
            <a:ext cx="2456005" cy="584994"/>
          </a:xfrm>
          <a:prstGeom prst="rect">
            <a:avLst/>
          </a:prstGeom>
        </p:spPr>
        <p:txBody>
          <a:bodyPr/>
          <a:lstStyle>
            <a:lvl1pPr marL="0" indent="0" algn="ctr">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17" name="Text Placeholder 3"/>
          <p:cNvSpPr>
            <a:spLocks noGrp="1"/>
          </p:cNvSpPr>
          <p:nvPr>
            <p:ph type="body" sz="quarter" idx="32" hasCustomPrompt="1"/>
          </p:nvPr>
        </p:nvSpPr>
        <p:spPr>
          <a:xfrm>
            <a:off x="749804" y="4000500"/>
            <a:ext cx="2467518" cy="311356"/>
          </a:xfrm>
          <a:prstGeom prst="rect">
            <a:avLst/>
          </a:prstGeom>
        </p:spPr>
        <p:txBody>
          <a:bodyPr/>
          <a:lstStyle>
            <a:lvl1pPr marL="0" indent="0" algn="ctr">
              <a:lnSpc>
                <a:spcPct val="110000"/>
              </a:lnSpc>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8" name="Text Placeholder 3"/>
          <p:cNvSpPr>
            <a:spLocks noGrp="1"/>
          </p:cNvSpPr>
          <p:nvPr>
            <p:ph type="body" sz="quarter" idx="33" hasCustomPrompt="1"/>
          </p:nvPr>
        </p:nvSpPr>
        <p:spPr>
          <a:xfrm>
            <a:off x="3495229" y="4000500"/>
            <a:ext cx="2475838" cy="311356"/>
          </a:xfrm>
          <a:prstGeom prst="rect">
            <a:avLst/>
          </a:prstGeom>
        </p:spPr>
        <p:txBody>
          <a:bodyPr/>
          <a:lstStyle>
            <a:lvl1pPr marL="0" indent="0" algn="ctr">
              <a:lnSpc>
                <a:spcPct val="110000"/>
              </a:lnSpc>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9" name="Text Placeholder 3"/>
          <p:cNvSpPr>
            <a:spLocks noGrp="1"/>
          </p:cNvSpPr>
          <p:nvPr>
            <p:ph type="body" sz="quarter" idx="34" hasCustomPrompt="1"/>
          </p:nvPr>
        </p:nvSpPr>
        <p:spPr>
          <a:xfrm>
            <a:off x="6243427" y="4000500"/>
            <a:ext cx="2456005" cy="311356"/>
          </a:xfrm>
          <a:prstGeom prst="rect">
            <a:avLst/>
          </a:prstGeom>
        </p:spPr>
        <p:txBody>
          <a:bodyPr/>
          <a:lstStyle>
            <a:lvl1pPr marL="0" indent="0" algn="ctr">
              <a:lnSpc>
                <a:spcPct val="110000"/>
              </a:lnSpc>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20" name="Text Placeholder 3"/>
          <p:cNvSpPr>
            <a:spLocks noGrp="1"/>
          </p:cNvSpPr>
          <p:nvPr>
            <p:ph type="body" sz="quarter" idx="35" hasCustomPrompt="1"/>
          </p:nvPr>
        </p:nvSpPr>
        <p:spPr>
          <a:xfrm>
            <a:off x="8991625" y="4405103"/>
            <a:ext cx="2450570" cy="584994"/>
          </a:xfrm>
          <a:prstGeom prst="rect">
            <a:avLst/>
          </a:prstGeom>
        </p:spPr>
        <p:txBody>
          <a:bodyPr/>
          <a:lstStyle>
            <a:lvl1pPr marL="0" indent="0" algn="ctr">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1" name="Text Placeholder 3"/>
          <p:cNvSpPr>
            <a:spLocks noGrp="1"/>
          </p:cNvSpPr>
          <p:nvPr>
            <p:ph type="body" sz="quarter" idx="36" hasCustomPrompt="1"/>
          </p:nvPr>
        </p:nvSpPr>
        <p:spPr>
          <a:xfrm>
            <a:off x="8991625" y="4000500"/>
            <a:ext cx="2450570" cy="311356"/>
          </a:xfrm>
          <a:prstGeom prst="rect">
            <a:avLst/>
          </a:prstGeom>
        </p:spPr>
        <p:txBody>
          <a:bodyPr/>
          <a:lstStyle>
            <a:lvl1pPr marL="0" indent="0" algn="ctr">
              <a:lnSpc>
                <a:spcPct val="110000"/>
              </a:lnSpc>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Title</a:t>
            </a:r>
            <a:endParaRPr lang="en-US" dirty="0"/>
          </a:p>
        </p:txBody>
      </p:sp>
      <p:sp>
        <p:nvSpPr>
          <p:cNvPr id="13"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23" name="Text Placeholder 4"/>
          <p:cNvSpPr>
            <a:spLocks noGrp="1"/>
          </p:cNvSpPr>
          <p:nvPr>
            <p:ph type="body" sz="quarter" idx="37"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24"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22"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25"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26"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27" name="TextBox 26"/>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TextBox 27"/>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29" name="TextBox 28"/>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0" name="TextBox 29"/>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1" name="TextBox 30"/>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2" name="TextBox 31"/>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3" name="TextBox 32"/>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4" name="TextBox 33"/>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5" name="TextBox 34"/>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x Icons">
    <p:spTree>
      <p:nvGrpSpPr>
        <p:cNvPr id="1" name=""/>
        <p:cNvGrpSpPr/>
        <p:nvPr/>
      </p:nvGrpSpPr>
      <p:grpSpPr>
        <a:xfrm>
          <a:off x="0" y="0"/>
          <a:ext cx="0" cy="0"/>
          <a:chOff x="0" y="0"/>
          <a:chExt cx="0" cy="0"/>
        </a:xfrm>
      </p:grpSpPr>
      <p:sp>
        <p:nvSpPr>
          <p:cNvPr id="13" name="Text Placeholder 27"/>
          <p:cNvSpPr>
            <a:spLocks noGrp="1"/>
          </p:cNvSpPr>
          <p:nvPr>
            <p:ph type="body" sz="quarter" idx="28" hasCustomPrompt="1"/>
          </p:nvPr>
        </p:nvSpPr>
        <p:spPr>
          <a:xfrm>
            <a:off x="2494254" y="2154752"/>
            <a:ext cx="1732962" cy="319039"/>
          </a:xfrm>
          <a:prstGeom prst="rect">
            <a:avLst/>
          </a:prstGeom>
        </p:spPr>
        <p:txBody>
          <a:bodyPr/>
          <a:lstStyle>
            <a:lvl1pPr marL="0" indent="0" algn="l">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a:t>
            </a:r>
            <a:endParaRPr lang="en-US" dirty="0"/>
          </a:p>
        </p:txBody>
      </p:sp>
      <p:sp>
        <p:nvSpPr>
          <p:cNvPr id="22" name="Text Placeholder 3"/>
          <p:cNvSpPr>
            <a:spLocks noGrp="1"/>
          </p:cNvSpPr>
          <p:nvPr>
            <p:ph type="body" sz="quarter" idx="29" hasCustomPrompt="1"/>
          </p:nvPr>
        </p:nvSpPr>
        <p:spPr>
          <a:xfrm>
            <a:off x="2494254" y="2473790"/>
            <a:ext cx="1732962" cy="584994"/>
          </a:xfrm>
          <a:prstGeom prst="rect">
            <a:avLst/>
          </a:prstGeom>
        </p:spPr>
        <p:txBody>
          <a:bodyPr/>
          <a:lstStyle>
            <a:lvl1pPr marL="0" indent="0" algn="l">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3" name="Text Placeholder 27"/>
          <p:cNvSpPr>
            <a:spLocks noGrp="1"/>
          </p:cNvSpPr>
          <p:nvPr>
            <p:ph type="body" sz="quarter" idx="32" hasCustomPrompt="1"/>
          </p:nvPr>
        </p:nvSpPr>
        <p:spPr>
          <a:xfrm>
            <a:off x="2494254" y="4295585"/>
            <a:ext cx="1732962" cy="319039"/>
          </a:xfrm>
          <a:prstGeom prst="rect">
            <a:avLst/>
          </a:prstGeom>
        </p:spPr>
        <p:txBody>
          <a:bodyPr/>
          <a:lstStyle>
            <a:lvl1pPr marL="0" indent="0" algn="l">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a:t>
            </a:r>
            <a:endParaRPr lang="en-US" dirty="0"/>
          </a:p>
        </p:txBody>
      </p:sp>
      <p:sp>
        <p:nvSpPr>
          <p:cNvPr id="24" name="Text Placeholder 3"/>
          <p:cNvSpPr>
            <a:spLocks noGrp="1"/>
          </p:cNvSpPr>
          <p:nvPr>
            <p:ph type="body" sz="quarter" idx="33" hasCustomPrompt="1"/>
          </p:nvPr>
        </p:nvSpPr>
        <p:spPr>
          <a:xfrm>
            <a:off x="2494254" y="4614624"/>
            <a:ext cx="1732962" cy="584994"/>
          </a:xfrm>
          <a:prstGeom prst="rect">
            <a:avLst/>
          </a:prstGeom>
        </p:spPr>
        <p:txBody>
          <a:bodyPr/>
          <a:lstStyle>
            <a:lvl1pPr marL="0" indent="0" algn="l">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5" name="Text Placeholder 27"/>
          <p:cNvSpPr>
            <a:spLocks noGrp="1"/>
          </p:cNvSpPr>
          <p:nvPr>
            <p:ph type="body" sz="quarter" idx="34" hasCustomPrompt="1"/>
          </p:nvPr>
        </p:nvSpPr>
        <p:spPr>
          <a:xfrm>
            <a:off x="6286999" y="2154752"/>
            <a:ext cx="1732962" cy="319039"/>
          </a:xfrm>
          <a:prstGeom prst="rect">
            <a:avLst/>
          </a:prstGeom>
        </p:spPr>
        <p:txBody>
          <a:bodyPr/>
          <a:lstStyle>
            <a:lvl1pPr marL="0" indent="0" algn="l">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a:t>
            </a:r>
            <a:endParaRPr lang="en-US" dirty="0"/>
          </a:p>
        </p:txBody>
      </p:sp>
      <p:sp>
        <p:nvSpPr>
          <p:cNvPr id="26" name="Text Placeholder 3"/>
          <p:cNvSpPr>
            <a:spLocks noGrp="1"/>
          </p:cNvSpPr>
          <p:nvPr>
            <p:ph type="body" sz="quarter" idx="35" hasCustomPrompt="1"/>
          </p:nvPr>
        </p:nvSpPr>
        <p:spPr>
          <a:xfrm>
            <a:off x="6286999" y="2473790"/>
            <a:ext cx="1732962" cy="584994"/>
          </a:xfrm>
          <a:prstGeom prst="rect">
            <a:avLst/>
          </a:prstGeom>
        </p:spPr>
        <p:txBody>
          <a:bodyPr/>
          <a:lstStyle>
            <a:lvl1pPr marL="0" indent="0" algn="l">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7" name="Text Placeholder 27"/>
          <p:cNvSpPr>
            <a:spLocks noGrp="1"/>
          </p:cNvSpPr>
          <p:nvPr>
            <p:ph type="body" sz="quarter" idx="36" hasCustomPrompt="1"/>
          </p:nvPr>
        </p:nvSpPr>
        <p:spPr>
          <a:xfrm>
            <a:off x="6286999" y="4295585"/>
            <a:ext cx="1732962" cy="319039"/>
          </a:xfrm>
          <a:prstGeom prst="rect">
            <a:avLst/>
          </a:prstGeom>
        </p:spPr>
        <p:txBody>
          <a:bodyPr/>
          <a:lstStyle>
            <a:lvl1pPr marL="0" indent="0" algn="l">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a:t>
            </a:r>
            <a:endParaRPr lang="en-US" dirty="0"/>
          </a:p>
        </p:txBody>
      </p:sp>
      <p:sp>
        <p:nvSpPr>
          <p:cNvPr id="28" name="Text Placeholder 3"/>
          <p:cNvSpPr>
            <a:spLocks noGrp="1"/>
          </p:cNvSpPr>
          <p:nvPr>
            <p:ph type="body" sz="quarter" idx="37" hasCustomPrompt="1"/>
          </p:nvPr>
        </p:nvSpPr>
        <p:spPr>
          <a:xfrm>
            <a:off x="6286999" y="4614624"/>
            <a:ext cx="1732962" cy="584994"/>
          </a:xfrm>
          <a:prstGeom prst="rect">
            <a:avLst/>
          </a:prstGeom>
        </p:spPr>
        <p:txBody>
          <a:bodyPr/>
          <a:lstStyle>
            <a:lvl1pPr marL="0" indent="0" algn="l">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29" name="Text Placeholder 27"/>
          <p:cNvSpPr>
            <a:spLocks noGrp="1"/>
          </p:cNvSpPr>
          <p:nvPr>
            <p:ph type="body" sz="quarter" idx="38" hasCustomPrompt="1"/>
          </p:nvPr>
        </p:nvSpPr>
        <p:spPr>
          <a:xfrm>
            <a:off x="10079743" y="2154752"/>
            <a:ext cx="1732962" cy="319039"/>
          </a:xfrm>
          <a:prstGeom prst="rect">
            <a:avLst/>
          </a:prstGeom>
        </p:spPr>
        <p:txBody>
          <a:bodyPr/>
          <a:lstStyle>
            <a:lvl1pPr marL="0" indent="0" algn="l">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a:t>
            </a:r>
            <a:endParaRPr lang="en-US" dirty="0"/>
          </a:p>
        </p:txBody>
      </p:sp>
      <p:sp>
        <p:nvSpPr>
          <p:cNvPr id="30" name="Text Placeholder 3"/>
          <p:cNvSpPr>
            <a:spLocks noGrp="1"/>
          </p:cNvSpPr>
          <p:nvPr>
            <p:ph type="body" sz="quarter" idx="39" hasCustomPrompt="1"/>
          </p:nvPr>
        </p:nvSpPr>
        <p:spPr>
          <a:xfrm>
            <a:off x="10079743" y="2473790"/>
            <a:ext cx="1732962" cy="584994"/>
          </a:xfrm>
          <a:prstGeom prst="rect">
            <a:avLst/>
          </a:prstGeom>
        </p:spPr>
        <p:txBody>
          <a:bodyPr/>
          <a:lstStyle>
            <a:lvl1pPr marL="0" indent="0" algn="l">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31" name="Text Placeholder 27"/>
          <p:cNvSpPr>
            <a:spLocks noGrp="1"/>
          </p:cNvSpPr>
          <p:nvPr>
            <p:ph type="body" sz="quarter" idx="40" hasCustomPrompt="1"/>
          </p:nvPr>
        </p:nvSpPr>
        <p:spPr>
          <a:xfrm>
            <a:off x="10079743" y="4295585"/>
            <a:ext cx="1732962" cy="319039"/>
          </a:xfrm>
          <a:prstGeom prst="rect">
            <a:avLst/>
          </a:prstGeom>
        </p:spPr>
        <p:txBody>
          <a:bodyPr/>
          <a:lstStyle>
            <a:lvl1pPr marL="0" indent="0" algn="l">
              <a:buFontTx/>
              <a:buNone/>
              <a:defRPr sz="1600" b="1" i="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a:t>
            </a:r>
            <a:endParaRPr lang="en-US" dirty="0"/>
          </a:p>
        </p:txBody>
      </p:sp>
      <p:sp>
        <p:nvSpPr>
          <p:cNvPr id="32" name="Text Placeholder 3"/>
          <p:cNvSpPr>
            <a:spLocks noGrp="1"/>
          </p:cNvSpPr>
          <p:nvPr>
            <p:ph type="body" sz="quarter" idx="41" hasCustomPrompt="1"/>
          </p:nvPr>
        </p:nvSpPr>
        <p:spPr>
          <a:xfrm>
            <a:off x="10079743" y="4614624"/>
            <a:ext cx="1732962" cy="584994"/>
          </a:xfrm>
          <a:prstGeom prst="rect">
            <a:avLst/>
          </a:prstGeom>
        </p:spPr>
        <p:txBody>
          <a:bodyPr/>
          <a:lstStyle>
            <a:lvl1pPr marL="0" indent="0" algn="l">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Text</a:t>
            </a:r>
            <a:endParaRPr lang="en-US" dirty="0"/>
          </a:p>
        </p:txBody>
      </p:sp>
      <p:sp>
        <p:nvSpPr>
          <p:cNvPr id="17" name="Title"/>
          <p:cNvSpPr txBox="1">
            <a:spLocks noGrp="1"/>
          </p:cNvSpPr>
          <p:nvPr>
            <p:ph type="body" sz="quarter" idx="25" hasCustomPrompt="1"/>
          </p:nvPr>
        </p:nvSpPr>
        <p:spPr>
          <a:xfrm>
            <a:off x="749804" y="520296"/>
            <a:ext cx="11060451" cy="769185"/>
          </a:xfrm>
          <a:prstGeom prst="rect">
            <a:avLst/>
          </a:prstGeom>
        </p:spPr>
        <p:txBody>
          <a:bodyPr wrap="square">
            <a:spAutoFit/>
          </a:bodyPr>
          <a:lstStyle>
            <a:lvl1pPr marL="0" indent="0" defTabSz="1218565">
              <a:lnSpc>
                <a:spcPct val="100000"/>
              </a:lnSpc>
              <a:spcBef>
                <a:spcPts val="0"/>
              </a:spcBef>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lvl="0"/>
            <a:r>
              <a:rPr lang="en-US" dirty="0"/>
              <a:t>Headline goes here </a:t>
            </a:r>
            <a:br>
              <a:rPr lang="en-US" dirty="0"/>
            </a:br>
            <a:r>
              <a:rPr lang="en-US" dirty="0"/>
              <a:t>over two lines if necessary</a:t>
            </a:r>
            <a:endParaRPr lang="en-US" dirty="0"/>
          </a:p>
        </p:txBody>
      </p:sp>
      <p:sp>
        <p:nvSpPr>
          <p:cNvPr id="18" name="Text Placeholder 4"/>
          <p:cNvSpPr>
            <a:spLocks noGrp="1"/>
          </p:cNvSpPr>
          <p:nvPr>
            <p:ph type="body" sz="quarter" idx="42" hasCustomPrompt="1"/>
          </p:nvPr>
        </p:nvSpPr>
        <p:spPr>
          <a:xfrm>
            <a:off x="749805" y="6115050"/>
            <a:ext cx="9595380" cy="323850"/>
          </a:xfrm>
          <a:prstGeom prst="rect">
            <a:avLst/>
          </a:prstGeom>
        </p:spPr>
        <p:txBody>
          <a:bodyPr anchor="b" anchorCtr="0"/>
          <a:lstStyle>
            <a:lvl1pPr marL="0" indent="0">
              <a:lnSpc>
                <a:spcPct val="100000"/>
              </a:lnSpc>
              <a:spcBef>
                <a:spcPts val="0"/>
              </a:spcBef>
              <a:spcAft>
                <a:spcPts val="150"/>
              </a:spcAft>
              <a:buNone/>
              <a:defRPr lang="en-US" sz="800" b="0" i="0" kern="1200" dirty="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456565" rtl="0" eaLnBrk="1" latinLnBrk="0" hangingPunct="1">
              <a:lnSpc>
                <a:spcPct val="90000"/>
              </a:lnSpc>
              <a:spcBef>
                <a:spcPts val="500"/>
              </a:spcBef>
              <a:buFont typeface="Arial" panose="020B0604020202020204" pitchFamily="34" charset="0"/>
              <a:buNone/>
            </a:pPr>
            <a:r>
              <a:rPr lang="en-US" dirty="0"/>
              <a:t>Footnotes</a:t>
            </a:r>
            <a:endParaRPr lang="en-US" dirty="0"/>
          </a:p>
        </p:txBody>
      </p:sp>
      <p:sp>
        <p:nvSpPr>
          <p:cNvPr id="19"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lnSpc>
                <a:spcPct val="100000"/>
              </a:lnSpc>
              <a:spcBef>
                <a:spcPts val="0"/>
              </a:spcBef>
              <a:spcAft>
                <a:spcPts val="150"/>
              </a:spcAft>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20"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2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33"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
        <p:nvSpPr>
          <p:cNvPr id="34" name="TextBox 33"/>
          <p:cNvSpPr txBox="1"/>
          <p:nvPr userDrawn="1"/>
        </p:nvSpPr>
        <p:spPr>
          <a:xfrm>
            <a:off x="-1287054" y="728962"/>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the title between these lines</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5" name="TextBox 34"/>
          <p:cNvSpPr txBox="1"/>
          <p:nvPr userDrawn="1"/>
        </p:nvSpPr>
        <p:spPr>
          <a:xfrm>
            <a:off x="-1287054" y="6103942"/>
            <a:ext cx="1287054" cy="369332"/>
          </a:xfrm>
          <a:prstGeom prst="rect">
            <a:avLst/>
          </a:prstGeom>
          <a:noFill/>
        </p:spPr>
        <p:txBody>
          <a:bodyPr wrap="square" rtlCol="0">
            <a:spAutoFit/>
          </a:bodyPr>
          <a:lstStyle>
            <a:defPPr>
              <a:defRPr lang="en-US"/>
            </a:defPPr>
            <a:lvl1pPr>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sz="900" dirty="0">
                <a:solidFill>
                  <a:schemeClr val="tx2"/>
                </a:solidFill>
              </a:rPr>
              <a:t>Keep the footnote </a:t>
            </a:r>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between</a:t>
            </a:r>
            <a:r>
              <a:rPr lang="en-US" sz="900" dirty="0">
                <a:solidFill>
                  <a:schemeClr val="tx2"/>
                </a:solidFill>
              </a:rPr>
              <a:t> these lines</a:t>
            </a:r>
            <a:endParaRPr lang="en-US" sz="900" dirty="0">
              <a:solidFill>
                <a:schemeClr val="tx2"/>
              </a:solidFill>
            </a:endParaRPr>
          </a:p>
        </p:txBody>
      </p:sp>
      <p:sp>
        <p:nvSpPr>
          <p:cNvPr id="36" name="TextBox 35"/>
          <p:cNvSpPr txBox="1"/>
          <p:nvPr userDrawn="1"/>
        </p:nvSpPr>
        <p:spPr>
          <a:xfrm>
            <a:off x="236897"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left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7" name="TextBox 36"/>
          <p:cNvSpPr txBox="1"/>
          <p:nvPr userDrawn="1"/>
        </p:nvSpPr>
        <p:spPr>
          <a:xfrm>
            <a:off x="11166728" y="-429299"/>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right from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8" name="TextBox 37"/>
          <p:cNvSpPr txBox="1"/>
          <p:nvPr userDrawn="1"/>
        </p:nvSpPr>
        <p:spPr>
          <a:xfrm>
            <a:off x="-1287054" y="6507225"/>
            <a:ext cx="1287054" cy="507831"/>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This space is reserved for the source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9" name="TextBox 38"/>
          <p:cNvSpPr txBox="1"/>
          <p:nvPr userDrawn="1"/>
        </p:nvSpPr>
        <p:spPr>
          <a:xfrm>
            <a:off x="-1295680" y="1190786"/>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0" name="TextBox 39"/>
          <p:cNvSpPr txBox="1"/>
          <p:nvPr userDrawn="1"/>
        </p:nvSpPr>
        <p:spPr>
          <a:xfrm>
            <a:off x="12220571" y="5994142"/>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1" name="TextBox 40"/>
          <p:cNvSpPr txBox="1"/>
          <p:nvPr userDrawn="1"/>
        </p:nvSpPr>
        <p:spPr>
          <a:xfrm>
            <a:off x="12220571" y="6375647"/>
            <a:ext cx="1287054" cy="2308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Keep this distance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2" name="TextBox 41"/>
          <p:cNvSpPr txBox="1"/>
          <p:nvPr userDrawn="1"/>
        </p:nvSpPr>
        <p:spPr>
          <a:xfrm>
            <a:off x="-1287054" y="5750693"/>
            <a:ext cx="1287054" cy="369332"/>
          </a:xfrm>
          <a:prstGeom prst="rect">
            <a:avLst/>
          </a:prstGeom>
          <a:noFill/>
        </p:spPr>
        <p:txBody>
          <a:bodyPr wrap="square" rtlCol="0">
            <a:spAutoFit/>
          </a:bodyPr>
          <a:lstStyle/>
          <a:p>
            <a:pPr algn="l"/>
            <a:r>
              <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Don’t place content below this line</a:t>
            </a:r>
            <a:endParaRPr lang="en-US" sz="9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0" y="0"/>
            <a:ext cx="12192000" cy="6858893"/>
          </a:xfrm>
          <a:prstGeom prst="rect">
            <a:avLst/>
          </a:prstGeom>
        </p:spPr>
      </p:pic>
      <p:sp>
        <p:nvSpPr>
          <p:cNvPr id="5" name="Amazon Confidential"/>
          <p:cNvSpPr txBox="1"/>
          <p:nvPr userDrawn="1"/>
        </p:nvSpPr>
        <p:spPr>
          <a:xfrm>
            <a:off x="10128763" y="6435947"/>
            <a:ext cx="1720766" cy="151169"/>
          </a:xfrm>
          <a:prstGeom prst="rect">
            <a:avLst/>
          </a:prstGeom>
          <a:ln w="12700">
            <a:miter lim="400000"/>
          </a:ln>
        </p:spPr>
        <p:txBody>
          <a:bodyPr wrap="none" lIns="25387" tIns="25387" rIns="25387" bIns="2538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nvGrpSpPr>
          <p:cNvPr id="7" name="Group 6"/>
          <p:cNvGrpSpPr/>
          <p:nvPr userDrawn="1"/>
        </p:nvGrpSpPr>
        <p:grpSpPr>
          <a:xfrm>
            <a:off x="9867901" y="383"/>
            <a:ext cx="1838325" cy="5635699"/>
            <a:chOff x="19256188" y="44303"/>
            <a:chExt cx="3092775" cy="11233373"/>
          </a:xfrm>
        </p:grpSpPr>
        <p:cxnSp>
          <p:nvCxnSpPr>
            <p:cNvPr id="8" name="Straight Connector 7"/>
            <p:cNvCxnSpPr/>
            <p:nvPr userDrawn="1"/>
          </p:nvCxnSpPr>
          <p:spPr>
            <a:xfrm>
              <a:off x="22348844" y="44303"/>
              <a:ext cx="0" cy="10547498"/>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userDrawn="1"/>
          </p:nvGrpSpPr>
          <p:grpSpPr>
            <a:xfrm>
              <a:off x="19256188" y="9874104"/>
              <a:ext cx="3092775" cy="1403572"/>
              <a:chOff x="19256188" y="9874104"/>
              <a:chExt cx="3092775" cy="1403572"/>
            </a:xfrm>
          </p:grpSpPr>
          <p:sp>
            <p:nvSpPr>
              <p:cNvPr id="10" name="Arc 9"/>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11" name="Straight Connector 10"/>
              <p:cNvCxnSpPr/>
              <p:nvPr userDrawn="1"/>
            </p:nvCxnSpPr>
            <p:spPr>
              <a:xfrm>
                <a:off x="19256188" y="11277676"/>
                <a:ext cx="2391026"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cxnSp>
        <p:nvCxnSpPr>
          <p:cNvPr id="14" name="Straight Connector 13"/>
          <p:cNvCxnSpPr/>
          <p:nvPr userDrawn="1"/>
        </p:nvCxnSpPr>
        <p:spPr>
          <a:xfrm>
            <a:off x="883985" y="4156396"/>
            <a:ext cx="3110499" cy="0"/>
          </a:xfrm>
          <a:prstGeom prst="line">
            <a:avLst/>
          </a:prstGeom>
          <a:ln>
            <a:solidFill>
              <a:srgbClr val="B5B5B5">
                <a:alpha val="49804"/>
              </a:srgbClr>
            </a:solidFill>
          </a:ln>
        </p:spPr>
        <p:style>
          <a:lnRef idx="1">
            <a:schemeClr val="accent1"/>
          </a:lnRef>
          <a:fillRef idx="0">
            <a:schemeClr val="accent1"/>
          </a:fillRef>
          <a:effectRef idx="0">
            <a:schemeClr val="accent1"/>
          </a:effectRef>
          <a:fontRef idx="minor">
            <a:schemeClr val="tx1"/>
          </a:fontRef>
        </p:style>
      </p:cxnSp>
      <p:sp>
        <p:nvSpPr>
          <p:cNvPr id="26" name="Oval 25"/>
          <p:cNvSpPr/>
          <p:nvPr userDrawn="1"/>
        </p:nvSpPr>
        <p:spPr>
          <a:xfrm>
            <a:off x="9740381" y="5559843"/>
            <a:ext cx="152400" cy="1524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Oval 26"/>
          <p:cNvSpPr/>
          <p:nvPr userDrawn="1"/>
        </p:nvSpPr>
        <p:spPr>
          <a:xfrm>
            <a:off x="807785" y="4080196"/>
            <a:ext cx="152400" cy="1524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grpSp>
        <p:nvGrpSpPr>
          <p:cNvPr id="28" name="Group 27"/>
          <p:cNvGrpSpPr/>
          <p:nvPr userDrawn="1"/>
        </p:nvGrpSpPr>
        <p:grpSpPr>
          <a:xfrm>
            <a:off x="2022485" y="4080196"/>
            <a:ext cx="1602489" cy="152400"/>
            <a:chOff x="2997609" y="8513318"/>
            <a:chExt cx="3204978" cy="304800"/>
          </a:xfrm>
          <a:solidFill>
            <a:srgbClr val="FF5A00"/>
          </a:solidFill>
          <a:effectLst>
            <a:outerShdw blurRad="645467" dist="377725" dir="3600000" algn="t" rotWithShape="0">
              <a:prstClr val="black">
                <a:alpha val="40000"/>
              </a:prstClr>
            </a:outerShdw>
          </a:effectLst>
        </p:grpSpPr>
        <p:sp>
          <p:nvSpPr>
            <p:cNvPr id="29" name="Rounded Rectangle 28"/>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30" name="Delay 29"/>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31" name="Delay 30"/>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rgbClr val="232F3E"/>
                </a:solidFill>
              </a:endParaRPr>
            </a:p>
          </p:txBody>
        </p:sp>
      </p:grpSp>
      <p:pic>
        <p:nvPicPr>
          <p:cNvPr id="20" name="Picture 19" descr="Logo&#10;&#10;Description automatically generated"/>
          <p:cNvPicPr>
            <a:picLocks noChangeAspect="1"/>
          </p:cNvPicPr>
          <p:nvPr userDrawn="1"/>
        </p:nvPicPr>
        <p:blipFill>
          <a:blip r:embed="rId3" cstate="hqprint"/>
          <a:stretch>
            <a:fillRect/>
          </a:stretch>
        </p:blipFill>
        <p:spPr>
          <a:xfrm>
            <a:off x="375401" y="6225277"/>
            <a:ext cx="1682101" cy="433918"/>
          </a:xfrm>
          <a:prstGeom prst="rect">
            <a:avLst/>
          </a:prstGeom>
        </p:spPr>
      </p:pic>
      <p:sp>
        <p:nvSpPr>
          <p:cNvPr id="2" name="Rectangle 1"/>
          <p:cNvSpPr/>
          <p:nvPr userDrawn="1"/>
        </p:nvSpPr>
        <p:spPr>
          <a:xfrm>
            <a:off x="782319" y="2577589"/>
            <a:ext cx="9567866" cy="1199624"/>
          </a:xfrm>
          <a:prstGeom prst="rect">
            <a:avLst/>
          </a:prstGeom>
        </p:spPr>
        <p:txBody>
          <a:bodyPr wrap="square">
            <a:spAutoFit/>
          </a:bodyPr>
          <a:lstStyle/>
          <a:p>
            <a:pPr marL="0" lvl="0" indent="0" algn="l" defTabSz="913765" rtl="0" eaLnBrk="1" latinLnBrk="0" hangingPunct="1">
              <a:lnSpc>
                <a:spcPct val="90000"/>
              </a:lnSpc>
              <a:spcBef>
                <a:spcPts val="1000"/>
              </a:spcBef>
              <a:buFontTx/>
              <a:buNone/>
            </a:pPr>
            <a:r>
              <a:rPr lang="en-US" sz="7995" b="1" i="0" kern="120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a:t>
            </a:r>
            <a:endParaRPr lang="en-US" sz="7995" b="1" i="0" kern="120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ppendix">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794" y="0"/>
            <a:ext cx="12190413" cy="6858000"/>
          </a:xfrm>
          <a:prstGeom prst="rect">
            <a:avLst/>
          </a:prstGeom>
        </p:spPr>
      </p:pic>
      <p:cxnSp>
        <p:nvCxnSpPr>
          <p:cNvPr id="14" name="Straight Connector 13"/>
          <p:cNvCxnSpPr/>
          <p:nvPr userDrawn="1"/>
        </p:nvCxnSpPr>
        <p:spPr>
          <a:xfrm>
            <a:off x="883985" y="4156396"/>
            <a:ext cx="3110499" cy="0"/>
          </a:xfrm>
          <a:prstGeom prst="line">
            <a:avLst/>
          </a:prstGeom>
          <a:ln>
            <a:solidFill>
              <a:srgbClr val="B5B5B5">
                <a:alpha val="49804"/>
              </a:srgbClr>
            </a:solidFill>
          </a:ln>
        </p:spPr>
        <p:style>
          <a:lnRef idx="1">
            <a:schemeClr val="accent1"/>
          </a:lnRef>
          <a:fillRef idx="0">
            <a:schemeClr val="accent1"/>
          </a:fillRef>
          <a:effectRef idx="0">
            <a:schemeClr val="accent1"/>
          </a:effectRef>
          <a:fontRef idx="minor">
            <a:schemeClr val="tx1"/>
          </a:fontRef>
        </p:style>
      </p:cxnSp>
      <p:sp>
        <p:nvSpPr>
          <p:cNvPr id="5" name="Amazon Confidential"/>
          <p:cNvSpPr txBox="1"/>
          <p:nvPr userDrawn="1"/>
        </p:nvSpPr>
        <p:spPr>
          <a:xfrm>
            <a:off x="10128763" y="6435947"/>
            <a:ext cx="1720766" cy="151169"/>
          </a:xfrm>
          <a:prstGeom prst="rect">
            <a:avLst/>
          </a:prstGeom>
          <a:ln w="12700">
            <a:miter lim="400000"/>
          </a:ln>
        </p:spPr>
        <p:txBody>
          <a:bodyPr wrap="none" lIns="25387" tIns="25387" rIns="25387" bIns="2538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Slide Number"/>
          <p:cNvSpPr txBox="1"/>
          <p:nvPr userDrawn="1"/>
        </p:nvSpPr>
        <p:spPr>
          <a:xfrm>
            <a:off x="236919" y="6467940"/>
            <a:ext cx="195540"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E"/>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rgbClr val="232F3E"/>
              </a:solidFill>
              <a:effectLst/>
              <a:uLnTx/>
              <a:uFillTx/>
              <a:latin typeface="Amazon Ember"/>
              <a:ea typeface="Amazon Ember"/>
              <a:cs typeface="Amazon Ember"/>
              <a:sym typeface="Amazon Ember"/>
            </a:endParaRPr>
          </a:p>
        </p:txBody>
      </p:sp>
      <p:grpSp>
        <p:nvGrpSpPr>
          <p:cNvPr id="7" name="Group 6"/>
          <p:cNvGrpSpPr/>
          <p:nvPr userDrawn="1"/>
        </p:nvGrpSpPr>
        <p:grpSpPr>
          <a:xfrm>
            <a:off x="9867901" y="383"/>
            <a:ext cx="1838325" cy="5635699"/>
            <a:chOff x="19256188" y="44303"/>
            <a:chExt cx="3092775" cy="11233373"/>
          </a:xfrm>
        </p:grpSpPr>
        <p:cxnSp>
          <p:nvCxnSpPr>
            <p:cNvPr id="8" name="Straight Connector 7"/>
            <p:cNvCxnSpPr/>
            <p:nvPr userDrawn="1"/>
          </p:nvCxnSpPr>
          <p:spPr>
            <a:xfrm>
              <a:off x="22348844" y="44303"/>
              <a:ext cx="0" cy="10547498"/>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userDrawn="1"/>
          </p:nvGrpSpPr>
          <p:grpSpPr>
            <a:xfrm>
              <a:off x="19256188" y="9874104"/>
              <a:ext cx="3092775" cy="1403572"/>
              <a:chOff x="19256188" y="9874104"/>
              <a:chExt cx="3092775" cy="1403572"/>
            </a:xfrm>
          </p:grpSpPr>
          <p:sp>
            <p:nvSpPr>
              <p:cNvPr id="10" name="Arc 9"/>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11" name="Straight Connector 10"/>
              <p:cNvCxnSpPr/>
              <p:nvPr userDrawn="1"/>
            </p:nvCxnSpPr>
            <p:spPr>
              <a:xfrm>
                <a:off x="19256188" y="11277676"/>
                <a:ext cx="2391026"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sp>
        <p:nvSpPr>
          <p:cNvPr id="13" name="Oval 12"/>
          <p:cNvSpPr/>
          <p:nvPr userDrawn="1"/>
        </p:nvSpPr>
        <p:spPr>
          <a:xfrm>
            <a:off x="9740381" y="5559843"/>
            <a:ext cx="152400" cy="152400"/>
          </a:xfrm>
          <a:prstGeom prst="ellipse">
            <a:avLst/>
          </a:prstGeom>
          <a:solidFill>
            <a:schemeClr val="tx1"/>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5" name="Oval 14"/>
          <p:cNvSpPr/>
          <p:nvPr userDrawn="1"/>
        </p:nvSpPr>
        <p:spPr>
          <a:xfrm>
            <a:off x="807785" y="4080196"/>
            <a:ext cx="152400" cy="152400"/>
          </a:xfrm>
          <a:prstGeom prst="ellipse">
            <a:avLst/>
          </a:prstGeom>
          <a:solidFill>
            <a:schemeClr val="tx1"/>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grpSp>
        <p:nvGrpSpPr>
          <p:cNvPr id="16" name="Group 15"/>
          <p:cNvGrpSpPr/>
          <p:nvPr userDrawn="1"/>
        </p:nvGrpSpPr>
        <p:grpSpPr>
          <a:xfrm>
            <a:off x="2022485" y="4080196"/>
            <a:ext cx="1602489" cy="152400"/>
            <a:chOff x="2997609" y="8513318"/>
            <a:chExt cx="3204978" cy="304800"/>
          </a:xfrm>
          <a:solidFill>
            <a:schemeClr val="tx1"/>
          </a:solidFill>
          <a:effectLst>
            <a:outerShdw blurRad="645467" dist="377725" dir="3600000" algn="t" rotWithShape="0">
              <a:prstClr val="black">
                <a:alpha val="40000"/>
              </a:prstClr>
            </a:outerShdw>
          </a:effectLst>
        </p:grpSpPr>
        <p:sp>
          <p:nvSpPr>
            <p:cNvPr id="17" name="Rounded Rectangle 16"/>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8" name="Delay 17"/>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9" name="Delay 18"/>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rgbClr val="232F3E"/>
                </a:solidFill>
              </a:endParaRPr>
            </a:p>
          </p:txBody>
        </p:sp>
      </p:grpSp>
      <p:sp>
        <p:nvSpPr>
          <p:cNvPr id="2" name="TextBox 1"/>
          <p:cNvSpPr txBox="1"/>
          <p:nvPr userDrawn="1"/>
        </p:nvSpPr>
        <p:spPr>
          <a:xfrm>
            <a:off x="785019" y="2580481"/>
            <a:ext cx="9593262" cy="1199624"/>
          </a:xfrm>
          <a:prstGeom prst="rect">
            <a:avLst/>
          </a:prstGeom>
          <a:noFill/>
        </p:spPr>
        <p:txBody>
          <a:bodyPr wrap="square" rtlCol="0">
            <a:spAutoFit/>
          </a:bodyPr>
          <a:lstStyle/>
          <a:p>
            <a:pPr marL="0" marR="0" lvl="0" indent="0" algn="l" defTabSz="913765" rtl="0" eaLnBrk="1" fontAlgn="auto" latinLnBrk="0" hangingPunct="1">
              <a:lnSpc>
                <a:spcPct val="90000"/>
              </a:lnSpc>
              <a:spcBef>
                <a:spcPts val="1000"/>
              </a:spcBef>
              <a:spcAft>
                <a:spcPts val="0"/>
              </a:spcAft>
              <a:buClrTx/>
              <a:buSzTx/>
              <a:buFontTx/>
              <a:buNone/>
              <a:defRPr/>
            </a:pPr>
            <a:r>
              <a:rPr lang="en-US" sz="7995" b="1" i="0" kern="1200" noProof="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rPr>
              <a:t>Appendix</a:t>
            </a:r>
            <a:endParaRPr lang="en-US" sz="7995" b="1" i="0" kern="1200" noProof="0" dirty="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Headline Only">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58"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Headline and Sub">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9"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Headline Sub Body">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31" hasCustomPrompt="1"/>
          </p:nvPr>
        </p:nvSpPr>
        <p:spPr>
          <a:xfrm>
            <a:off x="761208" y="2930582"/>
            <a:ext cx="3000667" cy="584994"/>
          </a:xfrm>
          <a:prstGeom prst="rect">
            <a:avLst/>
          </a:prstGeom>
        </p:spPr>
        <p:txBody>
          <a:bodyPr/>
          <a:lstStyle>
            <a:lvl1pPr marL="0" indent="0">
              <a:lnSpc>
                <a:spcPct val="12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endParaRPr lang="en-US" dirty="0"/>
          </a:p>
        </p:txBody>
      </p:sp>
      <p:pic>
        <p:nvPicPr>
          <p:cNvPr id="11" name="Picture 10"/>
          <p:cNvPicPr>
            <a:picLocks noChangeAspect="1"/>
          </p:cNvPicPr>
          <p:nvPr userDrawn="1"/>
        </p:nvPicPr>
        <p:blipFill rotWithShape="1">
          <a:blip r:embed="rId2"/>
          <a:srcRect/>
          <a:stretch>
            <a:fillRect/>
          </a:stretch>
        </p:blipFill>
        <p:spPr>
          <a:xfrm>
            <a:off x="8366135" y="-1"/>
            <a:ext cx="3825865" cy="3889044"/>
          </a:xfrm>
          <a:prstGeom prst="rect">
            <a:avLst/>
          </a:prstGeom>
        </p:spPr>
      </p:pic>
      <p:sp>
        <p:nvSpPr>
          <p:cNvPr id="9"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cxnSp>
        <p:nvCxnSpPr>
          <p:cNvPr id="13" name="Straight Connector 12"/>
          <p:cNvCxnSpPr/>
          <p:nvPr userDrawn="1"/>
        </p:nvCxnSpPr>
        <p:spPr>
          <a:xfrm flipV="1">
            <a:off x="10471069" y="1339"/>
            <a:ext cx="0" cy="585339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sp>
        <p:nvSpPr>
          <p:cNvPr id="14" name="Oval 13"/>
          <p:cNvSpPr/>
          <p:nvPr userDrawn="1"/>
        </p:nvSpPr>
        <p:spPr>
          <a:xfrm rot="5400000">
            <a:off x="10394899" y="5834914"/>
            <a:ext cx="152341" cy="152380"/>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nvGrpSpPr>
          <p:cNvPr id="15" name="Group 14"/>
          <p:cNvGrpSpPr/>
          <p:nvPr userDrawn="1"/>
        </p:nvGrpSpPr>
        <p:grpSpPr>
          <a:xfrm rot="5400000">
            <a:off x="9997283" y="1704198"/>
            <a:ext cx="947574" cy="152377"/>
            <a:chOff x="4198708" y="2032307"/>
            <a:chExt cx="1895888" cy="304793"/>
          </a:xfrm>
          <a:solidFill>
            <a:srgbClr val="232F3E"/>
          </a:solidFill>
          <a:effectLst>
            <a:outerShdw blurRad="671413" dist="366117" dir="3600000" sx="99000" sy="99000" algn="t" rotWithShape="0">
              <a:prstClr val="black">
                <a:alpha val="26000"/>
              </a:prstClr>
            </a:outerShdw>
          </a:effectLst>
        </p:grpSpPr>
        <p:sp>
          <p:nvSpPr>
            <p:cNvPr id="16" name="Rounded Rectangle 15"/>
            <p:cNvSpPr/>
            <p:nvPr userDrawn="1"/>
          </p:nvSpPr>
          <p:spPr>
            <a:xfrm>
              <a:off x="4351936" y="2032307"/>
              <a:ext cx="1515232"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7" name="Delay 16"/>
            <p:cNvSpPr/>
            <p:nvPr userDrawn="1"/>
          </p:nvSpPr>
          <p:spPr>
            <a:xfrm>
              <a:off x="578980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19"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Headline Sub 2 Columns">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pic>
        <p:nvPicPr>
          <p:cNvPr id="11" name="Picture 10"/>
          <p:cNvPicPr>
            <a:picLocks noChangeAspect="1"/>
          </p:cNvPicPr>
          <p:nvPr userDrawn="1"/>
        </p:nvPicPr>
        <p:blipFill rotWithShape="1">
          <a:blip r:embed="rId2"/>
          <a:srcRect/>
          <a:stretch>
            <a:fillRect/>
          </a:stretch>
        </p:blipFill>
        <p:spPr>
          <a:xfrm>
            <a:off x="8366135" y="-1"/>
            <a:ext cx="3825865" cy="3889044"/>
          </a:xfrm>
          <a:prstGeom prst="rect">
            <a:avLst/>
          </a:prstGeom>
        </p:spPr>
      </p:pic>
      <p:sp>
        <p:nvSpPr>
          <p:cNvPr id="12"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4" name="Text Placeholder 3"/>
          <p:cNvSpPr>
            <a:spLocks noGrp="1"/>
          </p:cNvSpPr>
          <p:nvPr>
            <p:ph type="body" sz="quarter" idx="31" hasCustomPrompt="1"/>
          </p:nvPr>
        </p:nvSpPr>
        <p:spPr>
          <a:xfrm>
            <a:off x="761208" y="2930582"/>
            <a:ext cx="3000667" cy="584994"/>
          </a:xfrm>
          <a:prstGeom prst="rect">
            <a:avLst/>
          </a:prstGeom>
        </p:spPr>
        <p:txBody>
          <a:bodyPr/>
          <a:lstStyle>
            <a:lvl1pPr marL="0" indent="0">
              <a:lnSpc>
                <a:spcPct val="12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endParaRPr lang="en-US" dirty="0"/>
          </a:p>
        </p:txBody>
      </p:sp>
      <p:sp>
        <p:nvSpPr>
          <p:cNvPr id="15" name="Text Placeholder 3"/>
          <p:cNvSpPr>
            <a:spLocks noGrp="1"/>
          </p:cNvSpPr>
          <p:nvPr>
            <p:ph type="body" sz="quarter" idx="32" hasCustomPrompt="1"/>
          </p:nvPr>
        </p:nvSpPr>
        <p:spPr>
          <a:xfrm>
            <a:off x="4221133" y="2930582"/>
            <a:ext cx="3000667" cy="584994"/>
          </a:xfrm>
          <a:prstGeom prst="rect">
            <a:avLst/>
          </a:prstGeom>
        </p:spPr>
        <p:txBody>
          <a:bodyPr/>
          <a:lstStyle>
            <a:lvl1pPr marL="0" indent="0">
              <a:lnSpc>
                <a:spcPct val="12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endParaRPr lang="en-US" dirty="0"/>
          </a:p>
        </p:txBody>
      </p:sp>
      <p:sp>
        <p:nvSpPr>
          <p:cNvPr id="16"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hat How">
    <p:spTree>
      <p:nvGrpSpPr>
        <p:cNvPr id="1" name=""/>
        <p:cNvGrpSpPr/>
        <p:nvPr/>
      </p:nvGrpSpPr>
      <p:grpSpPr>
        <a:xfrm>
          <a:off x="0" y="0"/>
          <a:ext cx="0" cy="0"/>
          <a:chOff x="0" y="0"/>
          <a:chExt cx="0" cy="0"/>
        </a:xfrm>
      </p:grpSpPr>
      <p:sp>
        <p:nvSpPr>
          <p:cNvPr id="33" name="Title"/>
          <p:cNvSpPr txBox="1">
            <a:spLocks noGrp="1"/>
          </p:cNvSpPr>
          <p:nvPr>
            <p:ph type="body" sz="quarter" idx="34" hasCustomPrompt="1"/>
          </p:nvPr>
        </p:nvSpPr>
        <p:spPr>
          <a:xfrm>
            <a:off x="1465761" y="1543654"/>
            <a:ext cx="6024427"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32" name="Title"/>
          <p:cNvSpPr txBox="1">
            <a:spLocks noGrp="1"/>
          </p:cNvSpPr>
          <p:nvPr>
            <p:ph type="body" sz="quarter" idx="33" hasCustomPrompt="1"/>
          </p:nvPr>
        </p:nvSpPr>
        <p:spPr>
          <a:xfrm>
            <a:off x="1465761" y="3440379"/>
            <a:ext cx="6024427"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24" name="Text Placeholder 3"/>
          <p:cNvSpPr>
            <a:spLocks noGrp="1"/>
          </p:cNvSpPr>
          <p:nvPr>
            <p:ph type="body" sz="quarter" idx="27" hasCustomPrompt="1"/>
          </p:nvPr>
        </p:nvSpPr>
        <p:spPr>
          <a:xfrm>
            <a:off x="1465797" y="4243043"/>
            <a:ext cx="2789646" cy="1378304"/>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7" name="Picture 6"/>
          <p:cNvPicPr>
            <a:picLocks noChangeAspect="1"/>
          </p:cNvPicPr>
          <p:nvPr userDrawn="1"/>
        </p:nvPicPr>
        <p:blipFill>
          <a:blip r:embed="rId2"/>
          <a:stretch>
            <a:fillRect/>
          </a:stretch>
        </p:blipFill>
        <p:spPr>
          <a:xfrm>
            <a:off x="1461376" y="1959656"/>
            <a:ext cx="9269250" cy="1124570"/>
          </a:xfrm>
          <a:prstGeom prst="rect">
            <a:avLst/>
          </a:prstGeom>
        </p:spPr>
      </p:pic>
      <p:sp>
        <p:nvSpPr>
          <p:cNvPr id="23" name="Text Placeholder 3"/>
          <p:cNvSpPr>
            <a:spLocks noGrp="1"/>
          </p:cNvSpPr>
          <p:nvPr>
            <p:ph type="body" sz="quarter" idx="24" hasCustomPrompt="1"/>
          </p:nvPr>
        </p:nvSpPr>
        <p:spPr>
          <a:xfrm>
            <a:off x="2158836" y="2278980"/>
            <a:ext cx="7874330" cy="566130"/>
          </a:xfrm>
          <a:prstGeom prst="rect">
            <a:avLst/>
          </a:prstGeom>
        </p:spPr>
        <p:txBody>
          <a:bodyPr/>
          <a:lstStyle>
            <a:lvl1pPr marL="0" indent="0" defTabSz="22860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cxnSp>
        <p:nvCxnSpPr>
          <p:cNvPr id="18" name="Straight Connector 17"/>
          <p:cNvCxnSpPr>
            <a:endCxn id="19" idx="0"/>
          </p:cNvCxnSpPr>
          <p:nvPr userDrawn="1"/>
        </p:nvCxnSpPr>
        <p:spPr>
          <a:xfrm>
            <a:off x="781875" y="1431374"/>
            <a:ext cx="0" cy="2292142"/>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sp>
        <p:nvSpPr>
          <p:cNvPr id="19" name="Arc 18"/>
          <p:cNvSpPr/>
          <p:nvPr userDrawn="1"/>
        </p:nvSpPr>
        <p:spPr>
          <a:xfrm rot="16200000" flipH="1">
            <a:off x="827303" y="3395024"/>
            <a:ext cx="566130" cy="656986"/>
          </a:xfrm>
          <a:prstGeom prst="arc">
            <a:avLst>
              <a:gd name="adj1" fmla="val 16200000"/>
              <a:gd name="adj2" fmla="val 21515476"/>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218565" hangingPunct="0">
              <a:defRPr/>
            </a:pPr>
            <a:endParaRPr lang="en-US" sz="1200" b="0" i="0" kern="0" dirty="0">
              <a:solidFill>
                <a:prstClr val="black"/>
              </a:solidFill>
              <a:latin typeface="Amazon Ember Display" panose="020F0603020204020204" pitchFamily="34" charset="0"/>
              <a:sym typeface="Helvetica Neue"/>
            </a:endParaRPr>
          </a:p>
        </p:txBody>
      </p:sp>
      <p:sp>
        <p:nvSpPr>
          <p:cNvPr id="20" name="Oval 19"/>
          <p:cNvSpPr/>
          <p:nvPr userDrawn="1"/>
        </p:nvSpPr>
        <p:spPr>
          <a:xfrm>
            <a:off x="979452" y="3930412"/>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5" name="Text Placeholder 3"/>
          <p:cNvSpPr>
            <a:spLocks noGrp="1"/>
          </p:cNvSpPr>
          <p:nvPr>
            <p:ph type="body" sz="quarter" idx="28" hasCustomPrompt="1"/>
          </p:nvPr>
        </p:nvSpPr>
        <p:spPr>
          <a:xfrm>
            <a:off x="4703388" y="4243043"/>
            <a:ext cx="2789646" cy="1378304"/>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6" name="Text Placeholder 3"/>
          <p:cNvSpPr>
            <a:spLocks noGrp="1"/>
          </p:cNvSpPr>
          <p:nvPr>
            <p:ph type="body" sz="quarter" idx="29" hasCustomPrompt="1"/>
          </p:nvPr>
        </p:nvSpPr>
        <p:spPr>
          <a:xfrm>
            <a:off x="7940979" y="4250513"/>
            <a:ext cx="2789646" cy="1378304"/>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cxnSp>
        <p:nvCxnSpPr>
          <p:cNvPr id="4" name="Straight Connector 3"/>
          <p:cNvCxnSpPr/>
          <p:nvPr userDrawn="1"/>
        </p:nvCxnSpPr>
        <p:spPr>
          <a:xfrm>
            <a:off x="4479415" y="3830152"/>
            <a:ext cx="0" cy="1832285"/>
          </a:xfrm>
          <a:prstGeom prst="line">
            <a:avLst/>
          </a:prstGeom>
          <a:ln>
            <a:solidFill>
              <a:srgbClr val="808185"/>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7717006" y="3830152"/>
            <a:ext cx="0" cy="1832285"/>
          </a:xfrm>
          <a:prstGeom prst="line">
            <a:avLst/>
          </a:prstGeom>
          <a:ln>
            <a:solidFill>
              <a:srgbClr val="808185"/>
            </a:solidFill>
          </a:ln>
        </p:spPr>
        <p:style>
          <a:lnRef idx="1">
            <a:schemeClr val="accent1"/>
          </a:lnRef>
          <a:fillRef idx="0">
            <a:schemeClr val="accent1"/>
          </a:fillRef>
          <a:effectRef idx="0">
            <a:schemeClr val="accent1"/>
          </a:effectRef>
          <a:fontRef idx="minor">
            <a:schemeClr val="tx1"/>
          </a:fontRef>
        </p:style>
      </p:cxnSp>
      <p:sp>
        <p:nvSpPr>
          <p:cNvPr id="29" name="Title"/>
          <p:cNvSpPr txBox="1">
            <a:spLocks noGrp="1"/>
          </p:cNvSpPr>
          <p:nvPr>
            <p:ph type="body" sz="quarter" idx="30" hasCustomPrompt="1"/>
          </p:nvPr>
        </p:nvSpPr>
        <p:spPr>
          <a:xfrm>
            <a:off x="1465763" y="3800631"/>
            <a:ext cx="2786803" cy="430759"/>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30" name="Title"/>
          <p:cNvSpPr txBox="1">
            <a:spLocks noGrp="1"/>
          </p:cNvSpPr>
          <p:nvPr>
            <p:ph type="body" sz="quarter" idx="31" hasCustomPrompt="1"/>
          </p:nvPr>
        </p:nvSpPr>
        <p:spPr>
          <a:xfrm>
            <a:off x="4703388" y="3803257"/>
            <a:ext cx="2786803" cy="430759"/>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31" name="Title"/>
          <p:cNvSpPr txBox="1">
            <a:spLocks noGrp="1"/>
          </p:cNvSpPr>
          <p:nvPr>
            <p:ph type="body" sz="quarter" idx="32" hasCustomPrompt="1"/>
          </p:nvPr>
        </p:nvSpPr>
        <p:spPr>
          <a:xfrm>
            <a:off x="7943823" y="3814079"/>
            <a:ext cx="2786803" cy="430759"/>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34"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Boxes w Bullets">
    <p:spTree>
      <p:nvGrpSpPr>
        <p:cNvPr id="1" name=""/>
        <p:cNvGrpSpPr/>
        <p:nvPr/>
      </p:nvGrpSpPr>
      <p:grpSpPr>
        <a:xfrm>
          <a:off x="0" y="0"/>
          <a:ext cx="0" cy="0"/>
          <a:chOff x="0" y="0"/>
          <a:chExt cx="0" cy="0"/>
        </a:xfrm>
      </p:grpSpPr>
      <p:pic>
        <p:nvPicPr>
          <p:cNvPr id="33" name="Picture 32"/>
          <p:cNvPicPr>
            <a:picLocks noChangeAspect="1"/>
          </p:cNvPicPr>
          <p:nvPr userDrawn="1"/>
        </p:nvPicPr>
        <p:blipFill>
          <a:blip r:embed="rId2"/>
          <a:stretch>
            <a:fillRect/>
          </a:stretch>
        </p:blipFill>
        <p:spPr>
          <a:xfrm>
            <a:off x="350041" y="1531577"/>
            <a:ext cx="3987281" cy="4297271"/>
          </a:xfrm>
          <a:prstGeom prst="rect">
            <a:avLst/>
          </a:prstGeom>
        </p:spPr>
      </p:pic>
      <p:sp>
        <p:nvSpPr>
          <p:cNvPr id="35" name="Text Placeholder 3"/>
          <p:cNvSpPr>
            <a:spLocks noGrp="1"/>
          </p:cNvSpPr>
          <p:nvPr>
            <p:ph type="body" sz="quarter" idx="27" hasCustomPrompt="1"/>
          </p:nvPr>
        </p:nvSpPr>
        <p:spPr>
          <a:xfrm>
            <a:off x="1019184" y="2977819"/>
            <a:ext cx="2720072" cy="1603135"/>
          </a:xfrm>
          <a:prstGeom prst="rect">
            <a:avLst/>
          </a:prstGeom>
        </p:spPr>
        <p:txBody>
          <a:bodyPr/>
          <a:lstStyle>
            <a:lvl1pPr marL="0" indent="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7150" indent="-228600">
              <a:buFont typeface="Arial" panose="020B0604020202020204" pitchFamily="34" charset="0"/>
              <a:buChar char="•"/>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7pPr marL="57150" indent="-228600" defTabSz="1218565" hangingPunct="0">
              <a:lnSpc>
                <a:spcPct val="130000"/>
              </a:lnSpc>
              <a:spcBef>
                <a:spcPts val="500"/>
              </a:spcBef>
              <a:buClr>
                <a:srgbClr val="232F3E"/>
              </a:buClr>
              <a:buFont typeface="Arial" panose="020B0604020202020204" pitchFamily="34" charset="0"/>
              <a:buChar char="•"/>
              <a:defRPr/>
            </a:lvl7pPr>
            <a:lvl9pPr marL="57150" indent="-228600" defTabSz="1218565" hangingPunct="0">
              <a:lnSpc>
                <a:spcPct val="130000"/>
              </a:lnSpc>
              <a:spcBef>
                <a:spcPts val="500"/>
              </a:spcBef>
              <a:buClr>
                <a:srgbClr val="232F3E"/>
              </a:buClr>
              <a:buFont typeface="Arial" panose="020B0604020202020204" pitchFamily="34" charset="0"/>
              <a:buChar char="•"/>
              <a:defRPr/>
            </a:lvl9pPr>
          </a:lstStyle>
          <a:p>
            <a:pPr marL="0" lvl="1"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4" name="Title"/>
          <p:cNvSpPr txBox="1">
            <a:spLocks noGrp="1"/>
          </p:cNvSpPr>
          <p:nvPr>
            <p:ph type="body" sz="quarter" idx="34" hasCustomPrompt="1"/>
          </p:nvPr>
        </p:nvSpPr>
        <p:spPr>
          <a:xfrm>
            <a:off x="965381" y="2318025"/>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5" name="Picture 4"/>
          <p:cNvPicPr>
            <a:picLocks noChangeAspect="1"/>
          </p:cNvPicPr>
          <p:nvPr userDrawn="1"/>
        </p:nvPicPr>
        <p:blipFill>
          <a:blip r:embed="rId3"/>
          <a:stretch>
            <a:fillRect/>
          </a:stretch>
        </p:blipFill>
        <p:spPr>
          <a:xfrm>
            <a:off x="4337321" y="1817216"/>
            <a:ext cx="3415855" cy="3725994"/>
          </a:xfrm>
          <a:prstGeom prst="rect">
            <a:avLst/>
          </a:prstGeom>
        </p:spPr>
      </p:pic>
      <p:pic>
        <p:nvPicPr>
          <p:cNvPr id="7" name="Picture 6"/>
          <p:cNvPicPr>
            <a:picLocks noChangeAspect="1"/>
          </p:cNvPicPr>
          <p:nvPr userDrawn="1"/>
        </p:nvPicPr>
        <p:blipFill>
          <a:blip r:embed="rId2"/>
          <a:stretch>
            <a:fillRect/>
          </a:stretch>
        </p:blipFill>
        <p:spPr>
          <a:xfrm>
            <a:off x="7753177" y="1531577"/>
            <a:ext cx="3987281" cy="4297271"/>
          </a:xfrm>
          <a:prstGeom prst="rect">
            <a:avLst/>
          </a:prstGeom>
        </p:spPr>
      </p:pic>
      <p:grpSp>
        <p:nvGrpSpPr>
          <p:cNvPr id="12" name="Group 11"/>
          <p:cNvGrpSpPr/>
          <p:nvPr userDrawn="1"/>
        </p:nvGrpSpPr>
        <p:grpSpPr>
          <a:xfrm rot="10800000">
            <a:off x="4796524" y="4844649"/>
            <a:ext cx="385297" cy="83752"/>
            <a:chOff x="6001819" y="2032307"/>
            <a:chExt cx="1401867" cy="304800"/>
          </a:xfrm>
          <a:solidFill>
            <a:srgbClr val="232F3E"/>
          </a:solidFill>
          <a:effectLst/>
        </p:grpSpPr>
        <p:sp>
          <p:nvSpPr>
            <p:cNvPr id="13" name="Rounded Rectangle 1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4" name="Delay 1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5" name="Delay 1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16" name="Group 15"/>
          <p:cNvGrpSpPr/>
          <p:nvPr userDrawn="1"/>
        </p:nvGrpSpPr>
        <p:grpSpPr>
          <a:xfrm rot="10800000">
            <a:off x="8543444" y="4844649"/>
            <a:ext cx="385297" cy="83752"/>
            <a:chOff x="6001819" y="2032307"/>
            <a:chExt cx="1401867" cy="304800"/>
          </a:xfrm>
          <a:solidFill>
            <a:srgbClr val="232F3E"/>
          </a:solidFill>
          <a:effectLst/>
        </p:grpSpPr>
        <p:sp>
          <p:nvSpPr>
            <p:cNvPr id="17" name="Rounded Rectangle 16"/>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9" name="Delay 18"/>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20" name="Group 19"/>
          <p:cNvGrpSpPr/>
          <p:nvPr userDrawn="1"/>
        </p:nvGrpSpPr>
        <p:grpSpPr>
          <a:xfrm rot="10800000">
            <a:off x="1019185" y="4844649"/>
            <a:ext cx="385297" cy="83752"/>
            <a:chOff x="6001819" y="2032307"/>
            <a:chExt cx="1401867" cy="304800"/>
          </a:xfrm>
          <a:solidFill>
            <a:srgbClr val="232F3E"/>
          </a:solidFill>
          <a:effectLst/>
        </p:grpSpPr>
        <p:sp>
          <p:nvSpPr>
            <p:cNvPr id="21" name="Rounded Rectangle 20"/>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2" name="Delay 21"/>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3" name="Delay 22"/>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cxnSp>
        <p:nvCxnSpPr>
          <p:cNvPr id="24" name="Straight Connector 23"/>
          <p:cNvCxnSpPr>
            <a:endCxn id="29"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26" name="Rounded Rectangle 2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7" name="Delay 2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8" name="Delay 2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9" name="Oval 28"/>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6" name="Text Placeholder 3"/>
          <p:cNvSpPr>
            <a:spLocks noGrp="1"/>
          </p:cNvSpPr>
          <p:nvPr>
            <p:ph type="body" sz="quarter" idx="35" hasCustomPrompt="1"/>
          </p:nvPr>
        </p:nvSpPr>
        <p:spPr>
          <a:xfrm>
            <a:off x="4712114" y="2977819"/>
            <a:ext cx="2720072" cy="1603135"/>
          </a:xfrm>
          <a:prstGeom prst="rect">
            <a:avLst/>
          </a:prstGeom>
        </p:spPr>
        <p:txBody>
          <a:bodyPr/>
          <a:lstStyle>
            <a:lvl1pPr marL="0" indent="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7150" indent="-228600">
              <a:buFont typeface="Arial" panose="020B0604020202020204" pitchFamily="34" charset="0"/>
              <a:buChar char="•"/>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7pPr marL="57150" indent="-228600" defTabSz="1218565" hangingPunct="0">
              <a:lnSpc>
                <a:spcPct val="130000"/>
              </a:lnSpc>
              <a:spcBef>
                <a:spcPts val="500"/>
              </a:spcBef>
              <a:buClr>
                <a:srgbClr val="232F3E"/>
              </a:buClr>
              <a:buFont typeface="Arial" panose="020B0604020202020204" pitchFamily="34" charset="0"/>
              <a:buChar char="•"/>
              <a:defRPr/>
            </a:lvl7pPr>
            <a:lvl9pPr marL="57150" indent="-228600" defTabSz="1218565" hangingPunct="0">
              <a:lnSpc>
                <a:spcPct val="130000"/>
              </a:lnSpc>
              <a:spcBef>
                <a:spcPts val="500"/>
              </a:spcBef>
              <a:buClr>
                <a:srgbClr val="232F3E"/>
              </a:buClr>
              <a:buFont typeface="Arial" panose="020B0604020202020204" pitchFamily="34" charset="0"/>
              <a:buChar char="•"/>
              <a:defRPr/>
            </a:lvl9pPr>
          </a:lstStyle>
          <a:p>
            <a:pPr marL="0" lvl="1"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7" name="Title"/>
          <p:cNvSpPr txBox="1">
            <a:spLocks noGrp="1"/>
          </p:cNvSpPr>
          <p:nvPr>
            <p:ph type="body" sz="quarter" idx="36" hasCustomPrompt="1"/>
          </p:nvPr>
        </p:nvSpPr>
        <p:spPr>
          <a:xfrm>
            <a:off x="4658311" y="2318025"/>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8" name="Text Placeholder 3"/>
          <p:cNvSpPr>
            <a:spLocks noGrp="1"/>
          </p:cNvSpPr>
          <p:nvPr>
            <p:ph type="body" sz="quarter" idx="37" hasCustomPrompt="1"/>
          </p:nvPr>
        </p:nvSpPr>
        <p:spPr>
          <a:xfrm>
            <a:off x="8452745" y="2977819"/>
            <a:ext cx="2720072" cy="1603135"/>
          </a:xfrm>
          <a:prstGeom prst="rect">
            <a:avLst/>
          </a:prstGeom>
        </p:spPr>
        <p:txBody>
          <a:bodyPr/>
          <a:lstStyle>
            <a:lvl1pPr marL="0" indent="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7150" indent="-228600">
              <a:buFont typeface="Arial" panose="020B0604020202020204" pitchFamily="34" charset="0"/>
              <a:buChar char="•"/>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7pPr marL="57150" indent="-228600" defTabSz="1218565" hangingPunct="0">
              <a:lnSpc>
                <a:spcPct val="130000"/>
              </a:lnSpc>
              <a:spcBef>
                <a:spcPts val="500"/>
              </a:spcBef>
              <a:buClr>
                <a:srgbClr val="232F3E"/>
              </a:buClr>
              <a:buFont typeface="Arial" panose="020B0604020202020204" pitchFamily="34" charset="0"/>
              <a:buChar char="•"/>
              <a:defRPr/>
            </a:lvl7pPr>
            <a:lvl9pPr marL="57150" indent="-228600" defTabSz="1218565" hangingPunct="0">
              <a:lnSpc>
                <a:spcPct val="130000"/>
              </a:lnSpc>
              <a:spcBef>
                <a:spcPts val="500"/>
              </a:spcBef>
              <a:buClr>
                <a:srgbClr val="232F3E"/>
              </a:buClr>
              <a:buFont typeface="Arial" panose="020B0604020202020204" pitchFamily="34" charset="0"/>
              <a:buChar char="•"/>
              <a:defRPr/>
            </a:lvl9pPr>
          </a:lstStyle>
          <a:p>
            <a:pPr marL="0" lvl="1"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9" name="Title"/>
          <p:cNvSpPr txBox="1">
            <a:spLocks noGrp="1"/>
          </p:cNvSpPr>
          <p:nvPr>
            <p:ph type="body" sz="quarter" idx="38" hasCustomPrompt="1"/>
          </p:nvPr>
        </p:nvSpPr>
        <p:spPr>
          <a:xfrm>
            <a:off x="8398942" y="2318025"/>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40"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
        <p:nvSpPr>
          <p:cNvPr id="41"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2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Boxes Paragraphs">
    <p:spTree>
      <p:nvGrpSpPr>
        <p:cNvPr id="1" name=""/>
        <p:cNvGrpSpPr/>
        <p:nvPr/>
      </p:nvGrpSpPr>
      <p:grpSpPr>
        <a:xfrm>
          <a:off x="0" y="0"/>
          <a:ext cx="0" cy="0"/>
          <a:chOff x="0" y="0"/>
          <a:chExt cx="0" cy="0"/>
        </a:xfrm>
      </p:grpSpPr>
      <p:pic>
        <p:nvPicPr>
          <p:cNvPr id="33" name="Picture 32"/>
          <p:cNvPicPr>
            <a:picLocks noChangeAspect="1"/>
          </p:cNvPicPr>
          <p:nvPr userDrawn="1"/>
        </p:nvPicPr>
        <p:blipFill>
          <a:blip r:embed="rId2"/>
          <a:stretch>
            <a:fillRect/>
          </a:stretch>
        </p:blipFill>
        <p:spPr>
          <a:xfrm>
            <a:off x="350041" y="1871706"/>
            <a:ext cx="3987281" cy="4297271"/>
          </a:xfrm>
          <a:prstGeom prst="rect">
            <a:avLst/>
          </a:prstGeom>
        </p:spPr>
      </p:pic>
      <p:sp>
        <p:nvSpPr>
          <p:cNvPr id="34" name="Title"/>
          <p:cNvSpPr txBox="1">
            <a:spLocks noGrp="1"/>
          </p:cNvSpPr>
          <p:nvPr>
            <p:ph type="body" sz="quarter" idx="34" hasCustomPrompt="1"/>
          </p:nvPr>
        </p:nvSpPr>
        <p:spPr>
          <a:xfrm>
            <a:off x="965381"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5" name="Picture 4"/>
          <p:cNvPicPr>
            <a:picLocks noChangeAspect="1"/>
          </p:cNvPicPr>
          <p:nvPr userDrawn="1"/>
        </p:nvPicPr>
        <p:blipFill>
          <a:blip r:embed="rId3"/>
          <a:stretch>
            <a:fillRect/>
          </a:stretch>
        </p:blipFill>
        <p:spPr>
          <a:xfrm>
            <a:off x="4337321" y="2157344"/>
            <a:ext cx="3415855" cy="3725994"/>
          </a:xfrm>
          <a:prstGeom prst="rect">
            <a:avLst/>
          </a:prstGeom>
        </p:spPr>
      </p:pic>
      <p:pic>
        <p:nvPicPr>
          <p:cNvPr id="7" name="Picture 6"/>
          <p:cNvPicPr>
            <a:picLocks noChangeAspect="1"/>
          </p:cNvPicPr>
          <p:nvPr userDrawn="1"/>
        </p:nvPicPr>
        <p:blipFill>
          <a:blip r:embed="rId2"/>
          <a:stretch>
            <a:fillRect/>
          </a:stretch>
        </p:blipFill>
        <p:spPr>
          <a:xfrm>
            <a:off x="7753177" y="1871706"/>
            <a:ext cx="3987281" cy="4297271"/>
          </a:xfrm>
          <a:prstGeom prst="rect">
            <a:avLst/>
          </a:prstGeom>
        </p:spPr>
      </p:pic>
      <p:grpSp>
        <p:nvGrpSpPr>
          <p:cNvPr id="12" name="Group 11"/>
          <p:cNvGrpSpPr/>
          <p:nvPr userDrawn="1"/>
        </p:nvGrpSpPr>
        <p:grpSpPr>
          <a:xfrm rot="10800000">
            <a:off x="4796524" y="5184777"/>
            <a:ext cx="385297" cy="83752"/>
            <a:chOff x="6001819" y="2032307"/>
            <a:chExt cx="1401867" cy="304800"/>
          </a:xfrm>
          <a:solidFill>
            <a:srgbClr val="232F3E"/>
          </a:solidFill>
          <a:effectLst/>
        </p:grpSpPr>
        <p:sp>
          <p:nvSpPr>
            <p:cNvPr id="13" name="Rounded Rectangle 1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4" name="Delay 1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5" name="Delay 1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16" name="Group 15"/>
          <p:cNvGrpSpPr/>
          <p:nvPr userDrawn="1"/>
        </p:nvGrpSpPr>
        <p:grpSpPr>
          <a:xfrm rot="10800000">
            <a:off x="8543444" y="5184777"/>
            <a:ext cx="385297" cy="83752"/>
            <a:chOff x="6001819" y="2032307"/>
            <a:chExt cx="1401867" cy="304800"/>
          </a:xfrm>
          <a:solidFill>
            <a:srgbClr val="232F3E"/>
          </a:solidFill>
          <a:effectLst/>
        </p:grpSpPr>
        <p:sp>
          <p:nvSpPr>
            <p:cNvPr id="17" name="Rounded Rectangle 16"/>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9" name="Delay 18"/>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20" name="Group 19"/>
          <p:cNvGrpSpPr/>
          <p:nvPr userDrawn="1"/>
        </p:nvGrpSpPr>
        <p:grpSpPr>
          <a:xfrm rot="10800000">
            <a:off x="1019185" y="5184777"/>
            <a:ext cx="385297" cy="83752"/>
            <a:chOff x="6001819" y="2032307"/>
            <a:chExt cx="1401867" cy="304800"/>
          </a:xfrm>
          <a:solidFill>
            <a:srgbClr val="232F3E"/>
          </a:solidFill>
          <a:effectLst/>
        </p:grpSpPr>
        <p:sp>
          <p:nvSpPr>
            <p:cNvPr id="21" name="Rounded Rectangle 20"/>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2" name="Delay 21"/>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3" name="Delay 22"/>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cxnSp>
        <p:nvCxnSpPr>
          <p:cNvPr id="24" name="Straight Connector 23"/>
          <p:cNvCxnSpPr>
            <a:endCxn id="29"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26" name="Rounded Rectangle 2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7" name="Delay 2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8" name="Delay 2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9" name="Oval 28"/>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7" name="Title"/>
          <p:cNvSpPr txBox="1">
            <a:spLocks noGrp="1"/>
          </p:cNvSpPr>
          <p:nvPr>
            <p:ph type="body" sz="quarter" idx="36" hasCustomPrompt="1"/>
          </p:nvPr>
        </p:nvSpPr>
        <p:spPr>
          <a:xfrm>
            <a:off x="4658311"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9" name="Title"/>
          <p:cNvSpPr txBox="1">
            <a:spLocks noGrp="1"/>
          </p:cNvSpPr>
          <p:nvPr>
            <p:ph type="body" sz="quarter" idx="38" hasCustomPrompt="1"/>
          </p:nvPr>
        </p:nvSpPr>
        <p:spPr>
          <a:xfrm>
            <a:off x="8398942"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2" name="Text Placeholder 3"/>
          <p:cNvSpPr>
            <a:spLocks noGrp="1"/>
          </p:cNvSpPr>
          <p:nvPr>
            <p:ph type="body" sz="quarter" idx="27" hasCustomPrompt="1"/>
          </p:nvPr>
        </p:nvSpPr>
        <p:spPr>
          <a:xfrm>
            <a:off x="965381"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0" name="Text Placeholder 3"/>
          <p:cNvSpPr>
            <a:spLocks noGrp="1"/>
          </p:cNvSpPr>
          <p:nvPr>
            <p:ph type="body" sz="quarter" idx="39" hasCustomPrompt="1"/>
          </p:nvPr>
        </p:nvSpPr>
        <p:spPr>
          <a:xfrm>
            <a:off x="4658311"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1" name="Text Placeholder 3"/>
          <p:cNvSpPr>
            <a:spLocks noGrp="1"/>
          </p:cNvSpPr>
          <p:nvPr>
            <p:ph type="body" sz="quarter" idx="40" hasCustomPrompt="1"/>
          </p:nvPr>
        </p:nvSpPr>
        <p:spPr>
          <a:xfrm>
            <a:off x="8398942" y="3314048"/>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2"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
        <p:nvSpPr>
          <p:cNvPr id="44"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2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3 Boxes Paragraphs Color">
    <p:spTree>
      <p:nvGrpSpPr>
        <p:cNvPr id="1" name=""/>
        <p:cNvGrpSpPr/>
        <p:nvPr/>
      </p:nvGrpSpPr>
      <p:grpSpPr>
        <a:xfrm>
          <a:off x="0" y="0"/>
          <a:ext cx="0" cy="0"/>
          <a:chOff x="0" y="0"/>
          <a:chExt cx="0" cy="0"/>
        </a:xfrm>
      </p:grpSpPr>
      <p:pic>
        <p:nvPicPr>
          <p:cNvPr id="33" name="Picture 32"/>
          <p:cNvPicPr>
            <a:picLocks noChangeAspect="1"/>
          </p:cNvPicPr>
          <p:nvPr userDrawn="1"/>
        </p:nvPicPr>
        <p:blipFill>
          <a:blip r:embed="rId2"/>
          <a:stretch>
            <a:fillRect/>
          </a:stretch>
        </p:blipFill>
        <p:spPr>
          <a:xfrm>
            <a:off x="350041" y="1871706"/>
            <a:ext cx="3987281" cy="4297271"/>
          </a:xfrm>
          <a:prstGeom prst="rect">
            <a:avLst/>
          </a:prstGeom>
        </p:spPr>
      </p:pic>
      <p:sp>
        <p:nvSpPr>
          <p:cNvPr id="34" name="Title"/>
          <p:cNvSpPr txBox="1">
            <a:spLocks noGrp="1"/>
          </p:cNvSpPr>
          <p:nvPr>
            <p:ph type="body" sz="quarter" idx="34" hasCustomPrompt="1"/>
          </p:nvPr>
        </p:nvSpPr>
        <p:spPr>
          <a:xfrm>
            <a:off x="965381"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FF5A0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5" name="Picture 4"/>
          <p:cNvPicPr>
            <a:picLocks noChangeAspect="1"/>
          </p:cNvPicPr>
          <p:nvPr userDrawn="1"/>
        </p:nvPicPr>
        <p:blipFill>
          <a:blip r:embed="rId3"/>
          <a:stretch>
            <a:fillRect/>
          </a:stretch>
        </p:blipFill>
        <p:spPr>
          <a:xfrm>
            <a:off x="4337321" y="2157344"/>
            <a:ext cx="3415855" cy="3725994"/>
          </a:xfrm>
          <a:prstGeom prst="rect">
            <a:avLst/>
          </a:prstGeom>
        </p:spPr>
      </p:pic>
      <p:pic>
        <p:nvPicPr>
          <p:cNvPr id="7" name="Picture 6"/>
          <p:cNvPicPr>
            <a:picLocks noChangeAspect="1"/>
          </p:cNvPicPr>
          <p:nvPr userDrawn="1"/>
        </p:nvPicPr>
        <p:blipFill>
          <a:blip r:embed="rId2"/>
          <a:stretch>
            <a:fillRect/>
          </a:stretch>
        </p:blipFill>
        <p:spPr>
          <a:xfrm>
            <a:off x="7753177" y="1871706"/>
            <a:ext cx="3987281" cy="4297271"/>
          </a:xfrm>
          <a:prstGeom prst="rect">
            <a:avLst/>
          </a:prstGeom>
        </p:spPr>
      </p:pic>
      <p:grpSp>
        <p:nvGrpSpPr>
          <p:cNvPr id="12" name="Group 11"/>
          <p:cNvGrpSpPr/>
          <p:nvPr userDrawn="1"/>
        </p:nvGrpSpPr>
        <p:grpSpPr>
          <a:xfrm rot="10800000">
            <a:off x="4796524" y="5184777"/>
            <a:ext cx="385297" cy="83752"/>
            <a:chOff x="6001819" y="2032307"/>
            <a:chExt cx="1401867" cy="304800"/>
          </a:xfrm>
          <a:solidFill>
            <a:srgbClr val="00AAF3"/>
          </a:solidFill>
          <a:effectLst/>
        </p:grpSpPr>
        <p:sp>
          <p:nvSpPr>
            <p:cNvPr id="13" name="Rounded Rectangle 1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4" name="Delay 1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5" name="Delay 1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16" name="Group 15"/>
          <p:cNvGrpSpPr/>
          <p:nvPr userDrawn="1"/>
        </p:nvGrpSpPr>
        <p:grpSpPr>
          <a:xfrm rot="10800000">
            <a:off x="8543444" y="5184777"/>
            <a:ext cx="385297" cy="83752"/>
            <a:chOff x="6001819" y="2032307"/>
            <a:chExt cx="1401867" cy="304800"/>
          </a:xfrm>
          <a:solidFill>
            <a:srgbClr val="009596"/>
          </a:solidFill>
          <a:effectLst/>
        </p:grpSpPr>
        <p:sp>
          <p:nvSpPr>
            <p:cNvPr id="17" name="Rounded Rectangle 16"/>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9" name="Delay 18"/>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20" name="Group 19"/>
          <p:cNvGrpSpPr/>
          <p:nvPr userDrawn="1"/>
        </p:nvGrpSpPr>
        <p:grpSpPr>
          <a:xfrm rot="10800000">
            <a:off x="1019185" y="5184777"/>
            <a:ext cx="385297" cy="83752"/>
            <a:chOff x="6001819" y="2032307"/>
            <a:chExt cx="1401867" cy="304800"/>
          </a:xfrm>
          <a:solidFill>
            <a:srgbClr val="FF5A02"/>
          </a:solidFill>
          <a:effectLst/>
        </p:grpSpPr>
        <p:sp>
          <p:nvSpPr>
            <p:cNvPr id="21" name="Rounded Rectangle 20"/>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2" name="Delay 21"/>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3" name="Delay 22"/>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cxnSp>
        <p:nvCxnSpPr>
          <p:cNvPr id="24" name="Straight Connector 23"/>
          <p:cNvCxnSpPr>
            <a:endCxn id="29"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26" name="Rounded Rectangle 2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7" name="Delay 2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8" name="Delay 2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9" name="Oval 28"/>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7" name="Title"/>
          <p:cNvSpPr txBox="1">
            <a:spLocks noGrp="1"/>
          </p:cNvSpPr>
          <p:nvPr>
            <p:ph type="body" sz="quarter" idx="36" hasCustomPrompt="1"/>
          </p:nvPr>
        </p:nvSpPr>
        <p:spPr>
          <a:xfrm>
            <a:off x="4658311"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00AAF3"/>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9" name="Title"/>
          <p:cNvSpPr txBox="1">
            <a:spLocks noGrp="1"/>
          </p:cNvSpPr>
          <p:nvPr>
            <p:ph type="body" sz="quarter" idx="38" hasCustomPrompt="1"/>
          </p:nvPr>
        </p:nvSpPr>
        <p:spPr>
          <a:xfrm>
            <a:off x="8398942"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009596"/>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2" name="Text Placeholder 3"/>
          <p:cNvSpPr>
            <a:spLocks noGrp="1"/>
          </p:cNvSpPr>
          <p:nvPr>
            <p:ph type="body" sz="quarter" idx="27" hasCustomPrompt="1"/>
          </p:nvPr>
        </p:nvSpPr>
        <p:spPr>
          <a:xfrm>
            <a:off x="965381"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0" name="Text Placeholder 3"/>
          <p:cNvSpPr>
            <a:spLocks noGrp="1"/>
          </p:cNvSpPr>
          <p:nvPr>
            <p:ph type="body" sz="quarter" idx="39" hasCustomPrompt="1"/>
          </p:nvPr>
        </p:nvSpPr>
        <p:spPr>
          <a:xfrm>
            <a:off x="4658311"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1" name="Text Placeholder 3"/>
          <p:cNvSpPr>
            <a:spLocks noGrp="1"/>
          </p:cNvSpPr>
          <p:nvPr>
            <p:ph type="body" sz="quarter" idx="40" hasCustomPrompt="1"/>
          </p:nvPr>
        </p:nvSpPr>
        <p:spPr>
          <a:xfrm>
            <a:off x="8398942" y="3314048"/>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2"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
        <p:nvSpPr>
          <p:cNvPr id="44"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2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2 Boxes w Paragraph">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5" name="Picture 4"/>
          <p:cNvPicPr>
            <a:picLocks noChangeAspect="1"/>
          </p:cNvPicPr>
          <p:nvPr userDrawn="1"/>
        </p:nvPicPr>
        <p:blipFill>
          <a:blip r:embed="rId2"/>
          <a:stretch>
            <a:fillRect/>
          </a:stretch>
        </p:blipFill>
        <p:spPr>
          <a:xfrm>
            <a:off x="4337321" y="2157344"/>
            <a:ext cx="3415855" cy="3725994"/>
          </a:xfrm>
          <a:prstGeom prst="rect">
            <a:avLst/>
          </a:prstGeom>
        </p:spPr>
      </p:pic>
      <p:pic>
        <p:nvPicPr>
          <p:cNvPr id="7" name="Picture 6"/>
          <p:cNvPicPr>
            <a:picLocks noChangeAspect="1"/>
          </p:cNvPicPr>
          <p:nvPr userDrawn="1"/>
        </p:nvPicPr>
        <p:blipFill>
          <a:blip r:embed="rId3"/>
          <a:stretch>
            <a:fillRect/>
          </a:stretch>
        </p:blipFill>
        <p:spPr>
          <a:xfrm>
            <a:off x="7753177" y="1871706"/>
            <a:ext cx="3987281" cy="4297271"/>
          </a:xfrm>
          <a:prstGeom prst="rect">
            <a:avLst/>
          </a:prstGeom>
        </p:spPr>
      </p:pic>
      <p:grpSp>
        <p:nvGrpSpPr>
          <p:cNvPr id="12" name="Group 11"/>
          <p:cNvGrpSpPr/>
          <p:nvPr userDrawn="1"/>
        </p:nvGrpSpPr>
        <p:grpSpPr>
          <a:xfrm rot="10800000">
            <a:off x="4796524" y="5184777"/>
            <a:ext cx="385297" cy="83752"/>
            <a:chOff x="6001819" y="2032307"/>
            <a:chExt cx="1401867" cy="304800"/>
          </a:xfrm>
          <a:solidFill>
            <a:srgbClr val="232F3E"/>
          </a:solidFill>
          <a:effectLst/>
        </p:grpSpPr>
        <p:sp>
          <p:nvSpPr>
            <p:cNvPr id="13" name="Rounded Rectangle 1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4" name="Delay 1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5" name="Delay 1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16" name="Group 15"/>
          <p:cNvGrpSpPr/>
          <p:nvPr userDrawn="1"/>
        </p:nvGrpSpPr>
        <p:grpSpPr>
          <a:xfrm rot="10800000">
            <a:off x="8543444" y="5184777"/>
            <a:ext cx="385297" cy="83752"/>
            <a:chOff x="6001819" y="2032307"/>
            <a:chExt cx="1401867" cy="304800"/>
          </a:xfrm>
          <a:solidFill>
            <a:srgbClr val="232F3E"/>
          </a:solidFill>
          <a:effectLst/>
        </p:grpSpPr>
        <p:sp>
          <p:nvSpPr>
            <p:cNvPr id="17" name="Rounded Rectangle 16"/>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9" name="Delay 18"/>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cxnSp>
        <p:nvCxnSpPr>
          <p:cNvPr id="24" name="Straight Connector 23"/>
          <p:cNvCxnSpPr>
            <a:endCxn id="29"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26" name="Rounded Rectangle 2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7" name="Delay 2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8" name="Delay 2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9" name="Oval 28"/>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6" name="Text Placeholder 3"/>
          <p:cNvSpPr>
            <a:spLocks noGrp="1"/>
          </p:cNvSpPr>
          <p:nvPr>
            <p:ph type="body" sz="quarter" idx="35" hasCustomPrompt="1"/>
          </p:nvPr>
        </p:nvSpPr>
        <p:spPr>
          <a:xfrm>
            <a:off x="4712114" y="3317947"/>
            <a:ext cx="2720072" cy="1603135"/>
          </a:xfrm>
          <a:prstGeom prst="rect">
            <a:avLst/>
          </a:prstGeom>
        </p:spPr>
        <p:txBody>
          <a:bodyPr/>
          <a:lstStyle>
            <a:lvl1pPr marL="0" indent="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7150" indent="-228600">
              <a:buFont typeface="Arial" panose="020B0604020202020204" pitchFamily="34" charset="0"/>
              <a:buChar char="•"/>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7pPr marL="57150" indent="-228600" defTabSz="1218565" hangingPunct="0">
              <a:lnSpc>
                <a:spcPct val="130000"/>
              </a:lnSpc>
              <a:spcBef>
                <a:spcPts val="500"/>
              </a:spcBef>
              <a:buClr>
                <a:srgbClr val="232F3E"/>
              </a:buClr>
              <a:buFont typeface="Arial" panose="020B0604020202020204" pitchFamily="34" charset="0"/>
              <a:buChar char="•"/>
              <a:defRPr/>
            </a:lvl7pPr>
            <a:lvl9pPr marL="57150" indent="-228600" defTabSz="1218565" hangingPunct="0">
              <a:lnSpc>
                <a:spcPct val="130000"/>
              </a:lnSpc>
              <a:spcBef>
                <a:spcPts val="500"/>
              </a:spcBef>
              <a:buClr>
                <a:srgbClr val="232F3E"/>
              </a:buClr>
              <a:buFont typeface="Arial" panose="020B0604020202020204" pitchFamily="34" charset="0"/>
              <a:buChar char="•"/>
              <a:defRPr/>
            </a:lvl9pPr>
          </a:lstStyle>
          <a:p>
            <a:pPr marL="0" lvl="1"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7" name="Title"/>
          <p:cNvSpPr txBox="1">
            <a:spLocks noGrp="1"/>
          </p:cNvSpPr>
          <p:nvPr>
            <p:ph type="body" sz="quarter" idx="36" hasCustomPrompt="1"/>
          </p:nvPr>
        </p:nvSpPr>
        <p:spPr>
          <a:xfrm>
            <a:off x="4658311"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8" name="Text Placeholder 3"/>
          <p:cNvSpPr>
            <a:spLocks noGrp="1"/>
          </p:cNvSpPr>
          <p:nvPr>
            <p:ph type="body" sz="quarter" idx="37" hasCustomPrompt="1"/>
          </p:nvPr>
        </p:nvSpPr>
        <p:spPr>
          <a:xfrm>
            <a:off x="8452745" y="3317947"/>
            <a:ext cx="2720072" cy="1603135"/>
          </a:xfrm>
          <a:prstGeom prst="rect">
            <a:avLst/>
          </a:prstGeom>
        </p:spPr>
        <p:txBody>
          <a:bodyPr/>
          <a:lstStyle>
            <a:lvl1pPr marL="0" indent="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7150" indent="-228600">
              <a:buFont typeface="Arial" panose="020B0604020202020204" pitchFamily="34" charset="0"/>
              <a:buChar char="•"/>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7pPr marL="57150" indent="-228600" defTabSz="1218565" hangingPunct="0">
              <a:lnSpc>
                <a:spcPct val="130000"/>
              </a:lnSpc>
              <a:spcBef>
                <a:spcPts val="500"/>
              </a:spcBef>
              <a:buClr>
                <a:srgbClr val="232F3E"/>
              </a:buClr>
              <a:buFont typeface="Arial" panose="020B0604020202020204" pitchFamily="34" charset="0"/>
              <a:buChar char="•"/>
              <a:defRPr/>
            </a:lvl7pPr>
            <a:lvl9pPr marL="57150" indent="-228600" defTabSz="1218565" hangingPunct="0">
              <a:lnSpc>
                <a:spcPct val="130000"/>
              </a:lnSpc>
              <a:spcBef>
                <a:spcPts val="500"/>
              </a:spcBef>
              <a:buClr>
                <a:srgbClr val="232F3E"/>
              </a:buClr>
              <a:buFont typeface="Arial" panose="020B0604020202020204" pitchFamily="34" charset="0"/>
              <a:buChar char="•"/>
              <a:defRPr/>
            </a:lvl9pPr>
          </a:lstStyle>
          <a:p>
            <a:pPr marL="0" lvl="1"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8"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a:p>
            <a:pPr marL="0" lvl="6" indent="-171450" defTabSz="1218565" hangingPunct="0">
              <a:lnSpc>
                <a:spcPct val="130000"/>
              </a:lnSpc>
              <a:spcBef>
                <a:spcPts val="500"/>
              </a:spcBef>
              <a:buClr>
                <a:srgbClr val="232F3E"/>
              </a:buClr>
              <a:buFont typeface="Arial" panose="020B0604020202020204" pitchFamily="34" charset="0"/>
              <a:buChar cha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Click to edit bullet</a:t>
            </a:r>
            <a:endParaRPr lang="en-US" sz="1300" kern="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9" name="Title"/>
          <p:cNvSpPr txBox="1">
            <a:spLocks noGrp="1"/>
          </p:cNvSpPr>
          <p:nvPr>
            <p:ph type="body" sz="quarter" idx="38" hasCustomPrompt="1"/>
          </p:nvPr>
        </p:nvSpPr>
        <p:spPr>
          <a:xfrm>
            <a:off x="8398942"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2" name="Text Placeholder 3"/>
          <p:cNvSpPr>
            <a:spLocks noGrp="1"/>
          </p:cNvSpPr>
          <p:nvPr>
            <p:ph type="body" sz="quarter" idx="31" hasCustomPrompt="1"/>
          </p:nvPr>
        </p:nvSpPr>
        <p:spPr>
          <a:xfrm>
            <a:off x="761208" y="2930582"/>
            <a:ext cx="3000667" cy="584994"/>
          </a:xfrm>
          <a:prstGeom prst="rect">
            <a:avLst/>
          </a:prstGeom>
        </p:spPr>
        <p:txBody>
          <a:bodyPr/>
          <a:lstStyle>
            <a:lvl1pPr marL="0" indent="0">
              <a:lnSpc>
                <a:spcPct val="12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endParaRPr lang="en-US" dirty="0"/>
          </a:p>
        </p:txBody>
      </p:sp>
      <p:sp>
        <p:nvSpPr>
          <p:cNvPr id="40"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41"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2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2 Boxes All Paragraphs">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5" name="Picture 4"/>
          <p:cNvPicPr>
            <a:picLocks noChangeAspect="1"/>
          </p:cNvPicPr>
          <p:nvPr userDrawn="1"/>
        </p:nvPicPr>
        <p:blipFill>
          <a:blip r:embed="rId2"/>
          <a:stretch>
            <a:fillRect/>
          </a:stretch>
        </p:blipFill>
        <p:spPr>
          <a:xfrm>
            <a:off x="4337321" y="2157344"/>
            <a:ext cx="3415855" cy="3725994"/>
          </a:xfrm>
          <a:prstGeom prst="rect">
            <a:avLst/>
          </a:prstGeom>
        </p:spPr>
      </p:pic>
      <p:pic>
        <p:nvPicPr>
          <p:cNvPr id="7" name="Picture 6"/>
          <p:cNvPicPr>
            <a:picLocks noChangeAspect="1"/>
          </p:cNvPicPr>
          <p:nvPr userDrawn="1"/>
        </p:nvPicPr>
        <p:blipFill>
          <a:blip r:embed="rId3"/>
          <a:stretch>
            <a:fillRect/>
          </a:stretch>
        </p:blipFill>
        <p:spPr>
          <a:xfrm>
            <a:off x="7753177" y="1871706"/>
            <a:ext cx="3987281" cy="4297271"/>
          </a:xfrm>
          <a:prstGeom prst="rect">
            <a:avLst/>
          </a:prstGeom>
        </p:spPr>
      </p:pic>
      <p:grpSp>
        <p:nvGrpSpPr>
          <p:cNvPr id="12" name="Group 11"/>
          <p:cNvGrpSpPr/>
          <p:nvPr userDrawn="1"/>
        </p:nvGrpSpPr>
        <p:grpSpPr>
          <a:xfrm rot="10800000">
            <a:off x="4796524" y="5184777"/>
            <a:ext cx="385297" cy="83752"/>
            <a:chOff x="6001819" y="2032307"/>
            <a:chExt cx="1401867" cy="304800"/>
          </a:xfrm>
          <a:solidFill>
            <a:srgbClr val="232F3E"/>
          </a:solidFill>
          <a:effectLst/>
        </p:grpSpPr>
        <p:sp>
          <p:nvSpPr>
            <p:cNvPr id="13" name="Rounded Rectangle 1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4" name="Delay 1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5" name="Delay 1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16" name="Group 15"/>
          <p:cNvGrpSpPr/>
          <p:nvPr userDrawn="1"/>
        </p:nvGrpSpPr>
        <p:grpSpPr>
          <a:xfrm rot="10800000">
            <a:off x="8543444" y="5184777"/>
            <a:ext cx="385297" cy="83752"/>
            <a:chOff x="6001819" y="2032307"/>
            <a:chExt cx="1401867" cy="304800"/>
          </a:xfrm>
          <a:solidFill>
            <a:srgbClr val="232F3E"/>
          </a:solidFill>
          <a:effectLst/>
        </p:grpSpPr>
        <p:sp>
          <p:nvSpPr>
            <p:cNvPr id="17" name="Rounded Rectangle 16"/>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9" name="Delay 18"/>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cxnSp>
        <p:nvCxnSpPr>
          <p:cNvPr id="24" name="Straight Connector 23"/>
          <p:cNvCxnSpPr>
            <a:endCxn id="29"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26" name="Rounded Rectangle 2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7" name="Delay 2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8" name="Delay 2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9" name="Oval 28"/>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7" name="Title"/>
          <p:cNvSpPr txBox="1">
            <a:spLocks noGrp="1"/>
          </p:cNvSpPr>
          <p:nvPr>
            <p:ph type="body" sz="quarter" idx="36" hasCustomPrompt="1"/>
          </p:nvPr>
        </p:nvSpPr>
        <p:spPr>
          <a:xfrm>
            <a:off x="4658311"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9" name="Title"/>
          <p:cNvSpPr txBox="1">
            <a:spLocks noGrp="1"/>
          </p:cNvSpPr>
          <p:nvPr>
            <p:ph type="body" sz="quarter" idx="38" hasCustomPrompt="1"/>
          </p:nvPr>
        </p:nvSpPr>
        <p:spPr>
          <a:xfrm>
            <a:off x="8398942" y="2658154"/>
            <a:ext cx="2773875" cy="584519"/>
          </a:xfrm>
          <a:prstGeom prst="rect">
            <a:avLst/>
          </a:prstGeom>
        </p:spPr>
        <p:txBody>
          <a:bodyPr wrap="square">
            <a:spAutoFit/>
          </a:bodyPr>
          <a:lstStyle>
            <a:lvl1pPr marL="0" indent="0" defTabSz="1218565" hangingPunct="0">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40" name="Text Placeholder 3"/>
          <p:cNvSpPr>
            <a:spLocks noGrp="1"/>
          </p:cNvSpPr>
          <p:nvPr>
            <p:ph type="body" sz="quarter" idx="39" hasCustomPrompt="1"/>
          </p:nvPr>
        </p:nvSpPr>
        <p:spPr>
          <a:xfrm>
            <a:off x="4658311"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1" name="Text Placeholder 3"/>
          <p:cNvSpPr>
            <a:spLocks noGrp="1"/>
          </p:cNvSpPr>
          <p:nvPr>
            <p:ph type="body" sz="quarter" idx="40" hasCustomPrompt="1"/>
          </p:nvPr>
        </p:nvSpPr>
        <p:spPr>
          <a:xfrm>
            <a:off x="8398942" y="3314048"/>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5" name="Text Placeholder 3"/>
          <p:cNvSpPr>
            <a:spLocks noGrp="1"/>
          </p:cNvSpPr>
          <p:nvPr>
            <p:ph type="body" sz="quarter" idx="31" hasCustomPrompt="1"/>
          </p:nvPr>
        </p:nvSpPr>
        <p:spPr>
          <a:xfrm>
            <a:off x="761208" y="2930582"/>
            <a:ext cx="3000667" cy="584994"/>
          </a:xfrm>
          <a:prstGeom prst="rect">
            <a:avLst/>
          </a:prstGeom>
        </p:spPr>
        <p:txBody>
          <a:bodyPr/>
          <a:lstStyle>
            <a:lvl1pPr marL="0" indent="0">
              <a:lnSpc>
                <a:spcPct val="12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endParaRPr lang="en-US" dirty="0"/>
          </a:p>
        </p:txBody>
      </p:sp>
      <p:sp>
        <p:nvSpPr>
          <p:cNvPr id="36"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38"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2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2 Boxes w Bullets">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288270" cy="1107611"/>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9"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cxnSp>
        <p:nvCxnSpPr>
          <p:cNvPr id="13" name="Straight Connector 12"/>
          <p:cNvCxnSpPr>
            <a:endCxn id="18"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15" name="Rounded Rectangle 14"/>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6" name="Delay 15"/>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7" name="Delay 16"/>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18" name="Oval 17"/>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pic>
        <p:nvPicPr>
          <p:cNvPr id="19" name="Picture 18"/>
          <p:cNvPicPr>
            <a:picLocks noChangeAspect="1"/>
          </p:cNvPicPr>
          <p:nvPr userDrawn="1"/>
        </p:nvPicPr>
        <p:blipFill>
          <a:blip r:embed="rId2"/>
          <a:stretch>
            <a:fillRect/>
          </a:stretch>
        </p:blipFill>
        <p:spPr>
          <a:xfrm>
            <a:off x="2431001" y="2118363"/>
            <a:ext cx="3415855" cy="3725994"/>
          </a:xfrm>
          <a:prstGeom prst="rect">
            <a:avLst/>
          </a:prstGeom>
        </p:spPr>
      </p:pic>
      <p:pic>
        <p:nvPicPr>
          <p:cNvPr id="20" name="Picture 19"/>
          <p:cNvPicPr>
            <a:picLocks noChangeAspect="1"/>
          </p:cNvPicPr>
          <p:nvPr userDrawn="1"/>
        </p:nvPicPr>
        <p:blipFill>
          <a:blip r:embed="rId3"/>
          <a:stretch>
            <a:fillRect/>
          </a:stretch>
        </p:blipFill>
        <p:spPr>
          <a:xfrm>
            <a:off x="6096000" y="1832725"/>
            <a:ext cx="3987281" cy="4297271"/>
          </a:xfrm>
          <a:prstGeom prst="rect">
            <a:avLst/>
          </a:prstGeom>
        </p:spPr>
      </p:pic>
      <p:grpSp>
        <p:nvGrpSpPr>
          <p:cNvPr id="22" name="Group 21"/>
          <p:cNvGrpSpPr/>
          <p:nvPr userDrawn="1"/>
        </p:nvGrpSpPr>
        <p:grpSpPr>
          <a:xfrm rot="10800000">
            <a:off x="2784108" y="5145797"/>
            <a:ext cx="385297" cy="83752"/>
            <a:chOff x="6001819" y="2032307"/>
            <a:chExt cx="1401867" cy="304800"/>
          </a:xfrm>
          <a:solidFill>
            <a:srgbClr val="232F3E"/>
          </a:solidFill>
          <a:effectLst/>
        </p:grpSpPr>
        <p:sp>
          <p:nvSpPr>
            <p:cNvPr id="23" name="Rounded Rectangle 2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4" name="Delay 2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5" name="Delay 2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28" name="Group 27"/>
          <p:cNvGrpSpPr/>
          <p:nvPr userDrawn="1"/>
        </p:nvGrpSpPr>
        <p:grpSpPr>
          <a:xfrm rot="10800000">
            <a:off x="6695795" y="5145797"/>
            <a:ext cx="385297" cy="83752"/>
            <a:chOff x="6001819" y="2032307"/>
            <a:chExt cx="1401867" cy="304800"/>
          </a:xfrm>
          <a:solidFill>
            <a:srgbClr val="FF5A00"/>
          </a:solidFill>
          <a:effectLst/>
        </p:grpSpPr>
        <p:sp>
          <p:nvSpPr>
            <p:cNvPr id="29" name="Rounded Rectangle 28"/>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0" name="Delay 29"/>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1" name="Delay 30"/>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33" name="Title"/>
          <p:cNvSpPr txBox="1">
            <a:spLocks noGrp="1"/>
          </p:cNvSpPr>
          <p:nvPr>
            <p:ph type="body" sz="quarter" idx="27" hasCustomPrompt="1"/>
          </p:nvPr>
        </p:nvSpPr>
        <p:spPr>
          <a:xfrm>
            <a:off x="2739871" y="2635186"/>
            <a:ext cx="2836116" cy="430759"/>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a:t>
            </a:r>
            <a:endParaRPr lang="en-US" dirty="0"/>
          </a:p>
        </p:txBody>
      </p:sp>
      <p:sp>
        <p:nvSpPr>
          <p:cNvPr id="34" name="Title"/>
          <p:cNvSpPr txBox="1">
            <a:spLocks noGrp="1"/>
          </p:cNvSpPr>
          <p:nvPr>
            <p:ph type="body" sz="quarter" idx="28" hasCustomPrompt="1"/>
          </p:nvPr>
        </p:nvSpPr>
        <p:spPr>
          <a:xfrm>
            <a:off x="6661920" y="2630891"/>
            <a:ext cx="2855440" cy="430759"/>
          </a:xfrm>
          <a:prstGeom prst="rect">
            <a:avLst/>
          </a:prstGeom>
        </p:spPr>
        <p:txBody>
          <a:bodyPr wrap="square">
            <a:spAutoFit/>
          </a:bodyPr>
          <a:lstStyle>
            <a:lvl1pPr marL="0" indent="0" defTabSz="1218565">
              <a:lnSpc>
                <a:spcPct val="100000"/>
              </a:lnSpc>
              <a:buFontTx/>
              <a:buNone/>
              <a:defRPr sz="2200" b="1" i="0" baseline="0">
                <a:solidFill>
                  <a:srgbClr val="FF5A0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a:t>
            </a:r>
            <a:endParaRPr lang="en-US" dirty="0"/>
          </a:p>
        </p:txBody>
      </p:sp>
      <p:sp>
        <p:nvSpPr>
          <p:cNvPr id="4" name="Text Placeholder 3"/>
          <p:cNvSpPr>
            <a:spLocks noGrp="1"/>
          </p:cNvSpPr>
          <p:nvPr>
            <p:ph type="body" sz="quarter" idx="29" hasCustomPrompt="1"/>
          </p:nvPr>
        </p:nvSpPr>
        <p:spPr>
          <a:xfrm>
            <a:off x="2737304" y="3289398"/>
            <a:ext cx="2836116" cy="1699461"/>
          </a:xfrm>
          <a:prstGeom prst="rect">
            <a:avLst/>
          </a:prstGeom>
        </p:spPr>
        <p:txBody>
          <a:bodyPr/>
          <a:lstStyle>
            <a:lvl1pPr marL="171450" indent="-171450">
              <a:lnSpc>
                <a:spcPct val="130000"/>
              </a:lnSpc>
              <a:buClr>
                <a:srgbClr val="242F3E"/>
              </a:buClr>
              <a:buFont typeface="Arial" panose="020B0604020202020204" pitchFamily="34" charset="0"/>
              <a:buChar char="•"/>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Click to edit bullet</a:t>
            </a:r>
            <a:endParaRPr lang="en-US" dirty="0"/>
          </a:p>
          <a:p>
            <a:pPr lvl="0"/>
            <a:r>
              <a:rPr lang="en-US" dirty="0"/>
              <a:t>Click to edit bullet</a:t>
            </a:r>
            <a:endParaRPr lang="en-US" dirty="0"/>
          </a:p>
          <a:p>
            <a:pPr lvl="0"/>
            <a:r>
              <a:rPr lang="en-US" dirty="0"/>
              <a:t>Click to edit bullet</a:t>
            </a:r>
            <a:endParaRPr lang="en-US" dirty="0"/>
          </a:p>
          <a:p>
            <a:pPr lvl="0"/>
            <a:r>
              <a:rPr lang="en-US" dirty="0"/>
              <a:t>Click to edit bullet</a:t>
            </a:r>
            <a:endParaRPr lang="en-US" dirty="0"/>
          </a:p>
        </p:txBody>
      </p:sp>
      <p:sp>
        <p:nvSpPr>
          <p:cNvPr id="35" name="Text Placeholder 3"/>
          <p:cNvSpPr>
            <a:spLocks noGrp="1"/>
          </p:cNvSpPr>
          <p:nvPr>
            <p:ph type="body" sz="quarter" idx="30" hasCustomPrompt="1"/>
          </p:nvPr>
        </p:nvSpPr>
        <p:spPr>
          <a:xfrm>
            <a:off x="6661920" y="3289398"/>
            <a:ext cx="2836116" cy="1699461"/>
          </a:xfrm>
          <a:prstGeom prst="rect">
            <a:avLst/>
          </a:prstGeom>
        </p:spPr>
        <p:txBody>
          <a:bodyPr/>
          <a:lstStyle>
            <a:lvl1pPr marL="171450" indent="-171450">
              <a:lnSpc>
                <a:spcPct val="130000"/>
              </a:lnSpc>
              <a:buClr>
                <a:srgbClr val="242F3E"/>
              </a:buClr>
              <a:buFont typeface="Arial" panose="020B0604020202020204" pitchFamily="34" charset="0"/>
              <a:buChar char="•"/>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Click to edit bullet</a:t>
            </a:r>
            <a:endParaRPr lang="en-US" dirty="0"/>
          </a:p>
          <a:p>
            <a:pPr lvl="0"/>
            <a:r>
              <a:rPr lang="en-US" dirty="0"/>
              <a:t>Click to edit bullet</a:t>
            </a:r>
            <a:endParaRPr lang="en-US" dirty="0"/>
          </a:p>
          <a:p>
            <a:pPr lvl="0"/>
            <a:r>
              <a:rPr lang="en-US" dirty="0"/>
              <a:t>Click to edit bullet</a:t>
            </a:r>
            <a:endParaRPr lang="en-US" dirty="0"/>
          </a:p>
          <a:p>
            <a:pPr lvl="0"/>
            <a:r>
              <a:rPr lang="en-US" dirty="0"/>
              <a:t>Click to edit bullet</a:t>
            </a:r>
            <a:endParaRPr lang="en-US" dirty="0"/>
          </a:p>
        </p:txBody>
      </p:sp>
      <p:sp>
        <p:nvSpPr>
          <p:cNvPr id="36"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
        <p:nvSpPr>
          <p:cNvPr id="37"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14"/>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2 Boxes w Paragraphs">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288270" cy="1107611"/>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9"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cxnSp>
        <p:nvCxnSpPr>
          <p:cNvPr id="13" name="Straight Connector 12"/>
          <p:cNvCxnSpPr>
            <a:endCxn id="18" idx="2"/>
          </p:cNvCxnSpPr>
          <p:nvPr userDrawn="1"/>
        </p:nvCxnSpPr>
        <p:spPr>
          <a:xfrm flipH="1">
            <a:off x="5321605" y="1062023"/>
            <a:ext cx="6869602"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6012661"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15" name="Rounded Rectangle 14"/>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6" name="Delay 15"/>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7" name="Delay 16"/>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18" name="Oval 17"/>
          <p:cNvSpPr/>
          <p:nvPr userDrawn="1"/>
        </p:nvSpPr>
        <p:spPr>
          <a:xfrm>
            <a:off x="5321606"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pic>
        <p:nvPicPr>
          <p:cNvPr id="19" name="Picture 18"/>
          <p:cNvPicPr>
            <a:picLocks noChangeAspect="1"/>
          </p:cNvPicPr>
          <p:nvPr userDrawn="1"/>
        </p:nvPicPr>
        <p:blipFill>
          <a:blip r:embed="rId2"/>
          <a:stretch>
            <a:fillRect/>
          </a:stretch>
        </p:blipFill>
        <p:spPr>
          <a:xfrm>
            <a:off x="2431001" y="2118363"/>
            <a:ext cx="3415855" cy="3725994"/>
          </a:xfrm>
          <a:prstGeom prst="rect">
            <a:avLst/>
          </a:prstGeom>
        </p:spPr>
      </p:pic>
      <p:pic>
        <p:nvPicPr>
          <p:cNvPr id="20" name="Picture 19"/>
          <p:cNvPicPr>
            <a:picLocks noChangeAspect="1"/>
          </p:cNvPicPr>
          <p:nvPr userDrawn="1"/>
        </p:nvPicPr>
        <p:blipFill>
          <a:blip r:embed="rId3"/>
          <a:stretch>
            <a:fillRect/>
          </a:stretch>
        </p:blipFill>
        <p:spPr>
          <a:xfrm>
            <a:off x="6096000" y="1832725"/>
            <a:ext cx="3987281" cy="4297271"/>
          </a:xfrm>
          <a:prstGeom prst="rect">
            <a:avLst/>
          </a:prstGeom>
        </p:spPr>
      </p:pic>
      <p:grpSp>
        <p:nvGrpSpPr>
          <p:cNvPr id="22" name="Group 21"/>
          <p:cNvGrpSpPr/>
          <p:nvPr userDrawn="1"/>
        </p:nvGrpSpPr>
        <p:grpSpPr>
          <a:xfrm rot="10800000">
            <a:off x="2784108" y="5145797"/>
            <a:ext cx="385297" cy="83752"/>
            <a:chOff x="6001819" y="2032307"/>
            <a:chExt cx="1401867" cy="304800"/>
          </a:xfrm>
          <a:solidFill>
            <a:srgbClr val="232F3E"/>
          </a:solidFill>
          <a:effectLst/>
        </p:grpSpPr>
        <p:sp>
          <p:nvSpPr>
            <p:cNvPr id="23" name="Rounded Rectangle 2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4" name="Delay 2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5" name="Delay 2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28" name="Group 27"/>
          <p:cNvGrpSpPr/>
          <p:nvPr userDrawn="1"/>
        </p:nvGrpSpPr>
        <p:grpSpPr>
          <a:xfrm rot="10800000">
            <a:off x="6695795" y="5145797"/>
            <a:ext cx="385297" cy="83752"/>
            <a:chOff x="6001819" y="2032307"/>
            <a:chExt cx="1401867" cy="304800"/>
          </a:xfrm>
          <a:solidFill>
            <a:srgbClr val="FF5A00"/>
          </a:solidFill>
          <a:effectLst/>
        </p:grpSpPr>
        <p:sp>
          <p:nvSpPr>
            <p:cNvPr id="29" name="Rounded Rectangle 28"/>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0" name="Delay 29"/>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1" name="Delay 30"/>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33" name="Title"/>
          <p:cNvSpPr txBox="1">
            <a:spLocks noGrp="1"/>
          </p:cNvSpPr>
          <p:nvPr>
            <p:ph type="body" sz="quarter" idx="27" hasCustomPrompt="1"/>
          </p:nvPr>
        </p:nvSpPr>
        <p:spPr>
          <a:xfrm>
            <a:off x="2739871" y="2635186"/>
            <a:ext cx="2836116" cy="430759"/>
          </a:xfrm>
          <a:prstGeom prst="rect">
            <a:avLst/>
          </a:prstGeom>
        </p:spPr>
        <p:txBody>
          <a:bodyPr wrap="square">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a:t>
            </a:r>
            <a:endParaRPr lang="en-US" dirty="0"/>
          </a:p>
        </p:txBody>
      </p:sp>
      <p:sp>
        <p:nvSpPr>
          <p:cNvPr id="34" name="Title"/>
          <p:cNvSpPr txBox="1">
            <a:spLocks noGrp="1"/>
          </p:cNvSpPr>
          <p:nvPr>
            <p:ph type="body" sz="quarter" idx="28" hasCustomPrompt="1"/>
          </p:nvPr>
        </p:nvSpPr>
        <p:spPr>
          <a:xfrm>
            <a:off x="6661920" y="2630891"/>
            <a:ext cx="2855440" cy="430759"/>
          </a:xfrm>
          <a:prstGeom prst="rect">
            <a:avLst/>
          </a:prstGeom>
        </p:spPr>
        <p:txBody>
          <a:bodyPr wrap="square">
            <a:spAutoFit/>
          </a:bodyPr>
          <a:lstStyle>
            <a:lvl1pPr marL="0" indent="0" defTabSz="1218565">
              <a:lnSpc>
                <a:spcPct val="100000"/>
              </a:lnSpc>
              <a:buFontTx/>
              <a:buNone/>
              <a:defRPr sz="2200" b="1" i="0" baseline="0">
                <a:solidFill>
                  <a:srgbClr val="FF5A0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a:t>
            </a:r>
            <a:endParaRPr lang="en-US" dirty="0"/>
          </a:p>
        </p:txBody>
      </p:sp>
      <p:sp>
        <p:nvSpPr>
          <p:cNvPr id="4" name="Text Placeholder 3"/>
          <p:cNvSpPr>
            <a:spLocks noGrp="1"/>
          </p:cNvSpPr>
          <p:nvPr>
            <p:ph type="body" sz="quarter" idx="29" hasCustomPrompt="1"/>
          </p:nvPr>
        </p:nvSpPr>
        <p:spPr>
          <a:xfrm>
            <a:off x="2737304" y="3289398"/>
            <a:ext cx="2836116" cy="1699461"/>
          </a:xfrm>
          <a:prstGeom prst="rect">
            <a:avLst/>
          </a:prstGeom>
        </p:spPr>
        <p:txBody>
          <a:bodyPr/>
          <a:lstStyle>
            <a:lvl1pPr marL="0" indent="0">
              <a:lnSpc>
                <a:spcPct val="130000"/>
              </a:lnSpc>
              <a:buClr>
                <a:srgbClr val="242F3E"/>
              </a:buClr>
              <a:buFont typeface="Arial" panose="020B0604020202020204" pitchFamily="34" charse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endParaRPr lang="en-US" dirty="0"/>
          </a:p>
        </p:txBody>
      </p:sp>
      <p:sp>
        <p:nvSpPr>
          <p:cNvPr id="35" name="Text Placeholder 3"/>
          <p:cNvSpPr>
            <a:spLocks noGrp="1"/>
          </p:cNvSpPr>
          <p:nvPr>
            <p:ph type="body" sz="quarter" idx="30" hasCustomPrompt="1"/>
          </p:nvPr>
        </p:nvSpPr>
        <p:spPr>
          <a:xfrm>
            <a:off x="6661920" y="3289398"/>
            <a:ext cx="2836116" cy="1699461"/>
          </a:xfrm>
          <a:prstGeom prst="rect">
            <a:avLst/>
          </a:prstGeom>
        </p:spPr>
        <p:txBody>
          <a:bodyPr/>
          <a:lstStyle>
            <a:lvl1pPr marL="0" indent="0">
              <a:lnSpc>
                <a:spcPct val="130000"/>
              </a:lnSpc>
              <a:buClr>
                <a:srgbClr val="242F3E"/>
              </a:buClr>
              <a:buFont typeface="Arial" panose="020B0604020202020204" pitchFamily="34" charse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None/>
              <a:defRPr sz="1600">
                <a:solidFill>
                  <a:srgbClr val="8081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endParaRPr lang="en-US" dirty="0"/>
          </a:p>
        </p:txBody>
      </p:sp>
      <p:sp>
        <p:nvSpPr>
          <p:cNvPr id="27"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
        <p:nvSpPr>
          <p:cNvPr id="32"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14"/>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4 Column BW">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32" name="Picture 31"/>
          <p:cNvPicPr>
            <a:picLocks noChangeAspect="1"/>
          </p:cNvPicPr>
          <p:nvPr userDrawn="1"/>
        </p:nvPicPr>
        <p:blipFill rotWithShape="1">
          <a:blip r:embed="rId2"/>
          <a:srcRect/>
          <a:stretch>
            <a:fillRect/>
          </a:stretch>
        </p:blipFill>
        <p:spPr>
          <a:xfrm>
            <a:off x="9844028" y="1340"/>
            <a:ext cx="2347178" cy="2346567"/>
          </a:xfrm>
          <a:prstGeom prst="rect">
            <a:avLst/>
          </a:prstGeom>
        </p:spPr>
      </p:pic>
      <p:cxnSp>
        <p:nvCxnSpPr>
          <p:cNvPr id="34" name="Straight Connector 33"/>
          <p:cNvCxnSpPr>
            <a:endCxn id="39" idx="2"/>
          </p:cNvCxnSpPr>
          <p:nvPr userDrawn="1"/>
        </p:nvCxnSpPr>
        <p:spPr>
          <a:xfrm flipH="1">
            <a:off x="5980738" y="1062023"/>
            <a:ext cx="5427306"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35" name="Group 34"/>
          <p:cNvGrpSpPr/>
          <p:nvPr userDrawn="1"/>
        </p:nvGrpSpPr>
        <p:grpSpPr>
          <a:xfrm>
            <a:off x="7893250"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36" name="Rounded Rectangle 3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7" name="Delay 3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8" name="Delay 3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39" name="Oval 38"/>
          <p:cNvSpPr/>
          <p:nvPr userDrawn="1"/>
        </p:nvSpPr>
        <p:spPr>
          <a:xfrm>
            <a:off x="5980737"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cxnSp>
        <p:nvCxnSpPr>
          <p:cNvPr id="42" name="Straight Connector 41"/>
          <p:cNvCxnSpPr/>
          <p:nvPr userDrawn="1"/>
        </p:nvCxnSpPr>
        <p:spPr>
          <a:xfrm flipV="1">
            <a:off x="3216632" y="2443717"/>
            <a:ext cx="0" cy="3668957"/>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flipV="1">
            <a:off x="5980737" y="2443717"/>
            <a:ext cx="0" cy="3668957"/>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flipV="1">
            <a:off x="8744842" y="2443717"/>
            <a:ext cx="0" cy="3668957"/>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a:xfrm flipV="1">
            <a:off x="11746946" y="1341"/>
            <a:ext cx="0" cy="64373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sp>
        <p:nvSpPr>
          <p:cNvPr id="56" name="Arc 55"/>
          <p:cNvSpPr/>
          <p:nvPr userDrawn="1"/>
        </p:nvSpPr>
        <p:spPr>
          <a:xfrm rot="10800000" flipH="1">
            <a:off x="11002731" y="228119"/>
            <a:ext cx="745508" cy="833904"/>
          </a:xfrm>
          <a:prstGeom prst="arc">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218565" hangingPunct="0">
              <a:defRPr/>
            </a:pPr>
            <a:endParaRPr lang="en-US" sz="1200" b="0" i="0" kern="0" dirty="0">
              <a:solidFill>
                <a:prstClr val="black"/>
              </a:solidFill>
              <a:latin typeface="Amazon Ember Display" panose="020F0603020204020204" pitchFamily="34" charset="0"/>
              <a:sym typeface="Helvetica Neue"/>
            </a:endParaRPr>
          </a:p>
        </p:txBody>
      </p:sp>
      <p:sp>
        <p:nvSpPr>
          <p:cNvPr id="57" name="Text Placeholder 3"/>
          <p:cNvSpPr>
            <a:spLocks noGrp="1"/>
          </p:cNvSpPr>
          <p:nvPr>
            <p:ph type="body" sz="quarter" idx="31" hasCustomPrompt="1"/>
          </p:nvPr>
        </p:nvSpPr>
        <p:spPr>
          <a:xfrm>
            <a:off x="761207" y="4062771"/>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58" name="Text Placeholder 3"/>
          <p:cNvSpPr>
            <a:spLocks noGrp="1"/>
          </p:cNvSpPr>
          <p:nvPr>
            <p:ph type="body" sz="quarter" idx="32" hasCustomPrompt="1"/>
          </p:nvPr>
        </p:nvSpPr>
        <p:spPr>
          <a:xfrm>
            <a:off x="3514607" y="4062770"/>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59" name="Text Placeholder 3"/>
          <p:cNvSpPr>
            <a:spLocks noGrp="1"/>
          </p:cNvSpPr>
          <p:nvPr>
            <p:ph type="body" sz="quarter" idx="33" hasCustomPrompt="1"/>
          </p:nvPr>
        </p:nvSpPr>
        <p:spPr>
          <a:xfrm>
            <a:off x="6300817" y="4062770"/>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60" name="Text Placeholder 3"/>
          <p:cNvSpPr>
            <a:spLocks noGrp="1"/>
          </p:cNvSpPr>
          <p:nvPr>
            <p:ph type="body" sz="quarter" idx="34" hasCustomPrompt="1"/>
          </p:nvPr>
        </p:nvSpPr>
        <p:spPr>
          <a:xfrm>
            <a:off x="9064921" y="4062770"/>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61" name="Title"/>
          <p:cNvSpPr txBox="1">
            <a:spLocks noGrp="1"/>
          </p:cNvSpPr>
          <p:nvPr>
            <p:ph type="body" sz="quarter" idx="35" hasCustomPrompt="1"/>
          </p:nvPr>
        </p:nvSpPr>
        <p:spPr>
          <a:xfrm>
            <a:off x="762709"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1</a:t>
            </a:r>
            <a:endParaRPr lang="en-US" dirty="0"/>
          </a:p>
        </p:txBody>
      </p:sp>
      <p:sp>
        <p:nvSpPr>
          <p:cNvPr id="63" name="Title"/>
          <p:cNvSpPr txBox="1">
            <a:spLocks noGrp="1"/>
          </p:cNvSpPr>
          <p:nvPr>
            <p:ph type="body" sz="quarter" idx="36" hasCustomPrompt="1"/>
          </p:nvPr>
        </p:nvSpPr>
        <p:spPr>
          <a:xfrm>
            <a:off x="759156"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64" name="Title"/>
          <p:cNvSpPr txBox="1">
            <a:spLocks noGrp="1"/>
          </p:cNvSpPr>
          <p:nvPr>
            <p:ph type="body" sz="quarter" idx="37" hasCustomPrompt="1"/>
          </p:nvPr>
        </p:nvSpPr>
        <p:spPr>
          <a:xfrm>
            <a:off x="3518934"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2</a:t>
            </a:r>
            <a:endParaRPr lang="en-US" dirty="0"/>
          </a:p>
        </p:txBody>
      </p:sp>
      <p:sp>
        <p:nvSpPr>
          <p:cNvPr id="65" name="Title"/>
          <p:cNvSpPr txBox="1">
            <a:spLocks noGrp="1"/>
          </p:cNvSpPr>
          <p:nvPr>
            <p:ph type="body" sz="quarter" idx="38" hasCustomPrompt="1"/>
          </p:nvPr>
        </p:nvSpPr>
        <p:spPr>
          <a:xfrm>
            <a:off x="3515381"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66" name="Title"/>
          <p:cNvSpPr txBox="1">
            <a:spLocks noGrp="1"/>
          </p:cNvSpPr>
          <p:nvPr>
            <p:ph type="body" sz="quarter" idx="39" hasCustomPrompt="1"/>
          </p:nvPr>
        </p:nvSpPr>
        <p:spPr>
          <a:xfrm>
            <a:off x="6304370"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3</a:t>
            </a:r>
            <a:endParaRPr lang="en-US" dirty="0"/>
          </a:p>
        </p:txBody>
      </p:sp>
      <p:sp>
        <p:nvSpPr>
          <p:cNvPr id="67" name="Title"/>
          <p:cNvSpPr txBox="1">
            <a:spLocks noGrp="1"/>
          </p:cNvSpPr>
          <p:nvPr>
            <p:ph type="body" sz="quarter" idx="40" hasCustomPrompt="1"/>
          </p:nvPr>
        </p:nvSpPr>
        <p:spPr>
          <a:xfrm>
            <a:off x="6300816"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68" name="Title"/>
          <p:cNvSpPr txBox="1">
            <a:spLocks noGrp="1"/>
          </p:cNvSpPr>
          <p:nvPr>
            <p:ph type="body" sz="quarter" idx="41" hasCustomPrompt="1"/>
          </p:nvPr>
        </p:nvSpPr>
        <p:spPr>
          <a:xfrm>
            <a:off x="9064029"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4</a:t>
            </a:r>
            <a:endParaRPr lang="en-US" dirty="0"/>
          </a:p>
        </p:txBody>
      </p:sp>
      <p:sp>
        <p:nvSpPr>
          <p:cNvPr id="69" name="Title"/>
          <p:cNvSpPr txBox="1">
            <a:spLocks noGrp="1"/>
          </p:cNvSpPr>
          <p:nvPr>
            <p:ph type="body" sz="quarter" idx="42" hasCustomPrompt="1"/>
          </p:nvPr>
        </p:nvSpPr>
        <p:spPr>
          <a:xfrm>
            <a:off x="9060476"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70"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71"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3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4 Column Color">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32" name="Picture 31"/>
          <p:cNvPicPr>
            <a:picLocks noChangeAspect="1"/>
          </p:cNvPicPr>
          <p:nvPr userDrawn="1"/>
        </p:nvPicPr>
        <p:blipFill rotWithShape="1">
          <a:blip r:embed="rId2"/>
          <a:srcRect/>
          <a:stretch>
            <a:fillRect/>
          </a:stretch>
        </p:blipFill>
        <p:spPr>
          <a:xfrm>
            <a:off x="9844028" y="1340"/>
            <a:ext cx="2347178" cy="2346567"/>
          </a:xfrm>
          <a:prstGeom prst="rect">
            <a:avLst/>
          </a:prstGeom>
        </p:spPr>
      </p:pic>
      <p:cxnSp>
        <p:nvCxnSpPr>
          <p:cNvPr id="34" name="Straight Connector 33"/>
          <p:cNvCxnSpPr>
            <a:endCxn id="39" idx="2"/>
          </p:cNvCxnSpPr>
          <p:nvPr userDrawn="1"/>
        </p:nvCxnSpPr>
        <p:spPr>
          <a:xfrm flipH="1">
            <a:off x="5980738" y="1062023"/>
            <a:ext cx="5427306"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35" name="Group 34"/>
          <p:cNvGrpSpPr/>
          <p:nvPr userDrawn="1"/>
        </p:nvGrpSpPr>
        <p:grpSpPr>
          <a:xfrm>
            <a:off x="7893250"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36" name="Rounded Rectangle 3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7" name="Delay 3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8" name="Delay 3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39" name="Oval 38"/>
          <p:cNvSpPr/>
          <p:nvPr userDrawn="1"/>
        </p:nvSpPr>
        <p:spPr>
          <a:xfrm>
            <a:off x="5980737"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cxnSp>
        <p:nvCxnSpPr>
          <p:cNvPr id="42" name="Straight Connector 41"/>
          <p:cNvCxnSpPr/>
          <p:nvPr userDrawn="1"/>
        </p:nvCxnSpPr>
        <p:spPr>
          <a:xfrm flipV="1">
            <a:off x="3216632" y="2443717"/>
            <a:ext cx="0" cy="3668957"/>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flipV="1">
            <a:off x="5980737" y="2443717"/>
            <a:ext cx="0" cy="3668957"/>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flipV="1">
            <a:off x="8744842" y="2443717"/>
            <a:ext cx="0" cy="3668957"/>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a:xfrm flipV="1">
            <a:off x="11746946" y="1341"/>
            <a:ext cx="0" cy="64373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sp>
        <p:nvSpPr>
          <p:cNvPr id="56" name="Arc 55"/>
          <p:cNvSpPr/>
          <p:nvPr userDrawn="1"/>
        </p:nvSpPr>
        <p:spPr>
          <a:xfrm rot="10800000" flipH="1">
            <a:off x="11002731" y="228119"/>
            <a:ext cx="745508" cy="833904"/>
          </a:xfrm>
          <a:prstGeom prst="arc">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218565" hangingPunct="0">
              <a:defRPr/>
            </a:pPr>
            <a:endParaRPr lang="en-US" sz="1200" b="0" i="0" kern="0" dirty="0">
              <a:solidFill>
                <a:prstClr val="black"/>
              </a:solidFill>
              <a:latin typeface="Amazon Ember Display" panose="020F0603020204020204" pitchFamily="34" charset="0"/>
              <a:sym typeface="Helvetica Neue"/>
            </a:endParaRPr>
          </a:p>
        </p:txBody>
      </p:sp>
      <p:sp>
        <p:nvSpPr>
          <p:cNvPr id="57" name="Text Placeholder 3"/>
          <p:cNvSpPr>
            <a:spLocks noGrp="1"/>
          </p:cNvSpPr>
          <p:nvPr>
            <p:ph type="body" sz="quarter" idx="31" hasCustomPrompt="1"/>
          </p:nvPr>
        </p:nvSpPr>
        <p:spPr>
          <a:xfrm>
            <a:off x="761207" y="4062771"/>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58" name="Text Placeholder 3"/>
          <p:cNvSpPr>
            <a:spLocks noGrp="1"/>
          </p:cNvSpPr>
          <p:nvPr>
            <p:ph type="body" sz="quarter" idx="32" hasCustomPrompt="1"/>
          </p:nvPr>
        </p:nvSpPr>
        <p:spPr>
          <a:xfrm>
            <a:off x="3514607" y="4062770"/>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59" name="Text Placeholder 3"/>
          <p:cNvSpPr>
            <a:spLocks noGrp="1"/>
          </p:cNvSpPr>
          <p:nvPr>
            <p:ph type="body" sz="quarter" idx="33" hasCustomPrompt="1"/>
          </p:nvPr>
        </p:nvSpPr>
        <p:spPr>
          <a:xfrm>
            <a:off x="6300817" y="4062770"/>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60" name="Text Placeholder 3"/>
          <p:cNvSpPr>
            <a:spLocks noGrp="1"/>
          </p:cNvSpPr>
          <p:nvPr>
            <p:ph type="body" sz="quarter" idx="34" hasCustomPrompt="1"/>
          </p:nvPr>
        </p:nvSpPr>
        <p:spPr>
          <a:xfrm>
            <a:off x="9064921" y="4062770"/>
            <a:ext cx="2146052" cy="2049903"/>
          </a:xfrm>
          <a:prstGeom prst="rect">
            <a:avLst/>
          </a:prstGeom>
        </p:spPr>
        <p:txBody>
          <a:bodyPr/>
          <a:lstStyle>
            <a:lvl1pPr marL="0" indent="0">
              <a:lnSpc>
                <a:spcPct val="120000"/>
              </a:lnSpc>
              <a:buFontTx/>
              <a:buNone/>
              <a:defRPr sz="12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endParaRPr lang="en-US" dirty="0"/>
          </a:p>
        </p:txBody>
      </p:sp>
      <p:sp>
        <p:nvSpPr>
          <p:cNvPr id="61" name="Title"/>
          <p:cNvSpPr txBox="1">
            <a:spLocks noGrp="1"/>
          </p:cNvSpPr>
          <p:nvPr>
            <p:ph type="body" sz="quarter" idx="35" hasCustomPrompt="1"/>
          </p:nvPr>
        </p:nvSpPr>
        <p:spPr>
          <a:xfrm>
            <a:off x="762709"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FF5A0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1</a:t>
            </a:r>
            <a:endParaRPr lang="en-US" dirty="0"/>
          </a:p>
        </p:txBody>
      </p:sp>
      <p:sp>
        <p:nvSpPr>
          <p:cNvPr id="63" name="Title"/>
          <p:cNvSpPr txBox="1">
            <a:spLocks noGrp="1"/>
          </p:cNvSpPr>
          <p:nvPr>
            <p:ph type="body" sz="quarter" idx="36" hasCustomPrompt="1"/>
          </p:nvPr>
        </p:nvSpPr>
        <p:spPr>
          <a:xfrm>
            <a:off x="759156"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64" name="Title"/>
          <p:cNvSpPr txBox="1">
            <a:spLocks noGrp="1"/>
          </p:cNvSpPr>
          <p:nvPr>
            <p:ph type="body" sz="quarter" idx="37" hasCustomPrompt="1"/>
          </p:nvPr>
        </p:nvSpPr>
        <p:spPr>
          <a:xfrm>
            <a:off x="3518934"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00AAF3"/>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2</a:t>
            </a:r>
            <a:endParaRPr lang="en-US" dirty="0"/>
          </a:p>
        </p:txBody>
      </p:sp>
      <p:sp>
        <p:nvSpPr>
          <p:cNvPr id="65" name="Title"/>
          <p:cNvSpPr txBox="1">
            <a:spLocks noGrp="1"/>
          </p:cNvSpPr>
          <p:nvPr>
            <p:ph type="body" sz="quarter" idx="38" hasCustomPrompt="1"/>
          </p:nvPr>
        </p:nvSpPr>
        <p:spPr>
          <a:xfrm>
            <a:off x="3515381"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66" name="Title"/>
          <p:cNvSpPr txBox="1">
            <a:spLocks noGrp="1"/>
          </p:cNvSpPr>
          <p:nvPr>
            <p:ph type="body" sz="quarter" idx="39" hasCustomPrompt="1"/>
          </p:nvPr>
        </p:nvSpPr>
        <p:spPr>
          <a:xfrm>
            <a:off x="6304370"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009596"/>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3</a:t>
            </a:r>
            <a:endParaRPr lang="en-US" dirty="0"/>
          </a:p>
        </p:txBody>
      </p:sp>
      <p:sp>
        <p:nvSpPr>
          <p:cNvPr id="67" name="Title"/>
          <p:cNvSpPr txBox="1">
            <a:spLocks noGrp="1"/>
          </p:cNvSpPr>
          <p:nvPr>
            <p:ph type="body" sz="quarter" idx="40" hasCustomPrompt="1"/>
          </p:nvPr>
        </p:nvSpPr>
        <p:spPr>
          <a:xfrm>
            <a:off x="6300816"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68" name="Title"/>
          <p:cNvSpPr txBox="1">
            <a:spLocks noGrp="1"/>
          </p:cNvSpPr>
          <p:nvPr>
            <p:ph type="body" sz="quarter" idx="41" hasCustomPrompt="1"/>
          </p:nvPr>
        </p:nvSpPr>
        <p:spPr>
          <a:xfrm>
            <a:off x="9064029" y="2234607"/>
            <a:ext cx="2155949" cy="1323119"/>
          </a:xfrm>
          <a:prstGeom prst="rect">
            <a:avLst/>
          </a:prstGeom>
        </p:spPr>
        <p:txBody>
          <a:bodyPr wrap="square">
            <a:spAutoFit/>
          </a:bodyPr>
          <a:lstStyle>
            <a:lvl1pPr marL="0" indent="0" defTabSz="1218565">
              <a:lnSpc>
                <a:spcPct val="100000"/>
              </a:lnSpc>
              <a:buFontTx/>
              <a:buNone/>
              <a:defRPr sz="8000" b="1" i="0" baseline="0">
                <a:solidFill>
                  <a:srgbClr val="FE8AB0"/>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4</a:t>
            </a:r>
            <a:endParaRPr lang="en-US" dirty="0"/>
          </a:p>
        </p:txBody>
      </p:sp>
      <p:sp>
        <p:nvSpPr>
          <p:cNvPr id="69" name="Title"/>
          <p:cNvSpPr txBox="1">
            <a:spLocks noGrp="1"/>
          </p:cNvSpPr>
          <p:nvPr>
            <p:ph type="body" sz="quarter" idx="42" hasCustomPrompt="1"/>
          </p:nvPr>
        </p:nvSpPr>
        <p:spPr>
          <a:xfrm>
            <a:off x="9060476" y="3314636"/>
            <a:ext cx="2159494" cy="338554"/>
          </a:xfrm>
          <a:prstGeom prst="rect">
            <a:avLst/>
          </a:prstGeom>
        </p:spPr>
        <p:txBody>
          <a:bodyPr wrap="square">
            <a:spAutoFit/>
          </a:bodyPr>
          <a:lstStyle>
            <a:lvl1pPr marL="0" indent="0" defTabSz="1218565">
              <a:lnSpc>
                <a:spcPct val="100000"/>
              </a:lnSpc>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Heading</a:t>
            </a:r>
            <a:endParaRPr lang="en-US" dirty="0"/>
          </a:p>
        </p:txBody>
      </p:sp>
      <p:sp>
        <p:nvSpPr>
          <p:cNvPr id="29"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30"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3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52" name="Title"/>
          <p:cNvSpPr txBox="1">
            <a:spLocks noGrp="1"/>
          </p:cNvSpPr>
          <p:nvPr>
            <p:ph type="body" sz="quarter" idx="32" hasCustomPrompt="1"/>
          </p:nvPr>
        </p:nvSpPr>
        <p:spPr>
          <a:xfrm>
            <a:off x="1606544" y="4974970"/>
            <a:ext cx="1690674" cy="430759"/>
          </a:xfrm>
          <a:prstGeom prst="rect">
            <a:avLst/>
          </a:prstGeom>
        </p:spPr>
        <p:txBody>
          <a:bodyPr wrap="square">
            <a:spAutoFit/>
          </a:bodyPr>
          <a:lstStyle>
            <a:lvl1pPr marL="0" indent="0" algn="ctr" defTabSz="1218565">
              <a:lnSpc>
                <a:spcPct val="100000"/>
              </a:lnSpc>
              <a:buFontTx/>
              <a:buNone/>
              <a:defRPr sz="2200" b="1" i="0" baseline="0">
                <a:solidFill>
                  <a:srgbClr val="FF5A0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46" name="Text Placeholder 3"/>
          <p:cNvSpPr>
            <a:spLocks noGrp="1"/>
          </p:cNvSpPr>
          <p:nvPr>
            <p:ph type="body" sz="quarter" idx="27"/>
          </p:nvPr>
        </p:nvSpPr>
        <p:spPr>
          <a:xfrm>
            <a:off x="3427676" y="2334394"/>
            <a:ext cx="1690674" cy="584994"/>
          </a:xfrm>
          <a:prstGeom prst="rect">
            <a:avLst/>
          </a:prstGeom>
        </p:spPr>
        <p:txBody>
          <a:bodyPr/>
          <a:lstStyle>
            <a:lvl1pPr marL="0" indent="0" algn="ctr">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Click to edit Master text styles</a:t>
            </a:r>
            <a:endParaRPr lang="en-US" dirty="0"/>
          </a:p>
        </p:txBody>
      </p:sp>
      <p:cxnSp>
        <p:nvCxnSpPr>
          <p:cNvPr id="4" name="Straight Connector 3"/>
          <p:cNvCxnSpPr/>
          <p:nvPr userDrawn="1"/>
        </p:nvCxnSpPr>
        <p:spPr>
          <a:xfrm>
            <a:off x="0" y="3927947"/>
            <a:ext cx="12192000" cy="0"/>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sp>
        <p:nvSpPr>
          <p:cNvPr id="17"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9"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51"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grpSp>
        <p:nvGrpSpPr>
          <p:cNvPr id="9" name="Group 8"/>
          <p:cNvGrpSpPr/>
          <p:nvPr userDrawn="1"/>
        </p:nvGrpSpPr>
        <p:grpSpPr>
          <a:xfrm>
            <a:off x="5780094" y="3611049"/>
            <a:ext cx="631813" cy="633409"/>
            <a:chOff x="9912350" y="4947557"/>
            <a:chExt cx="4559300" cy="4572000"/>
          </a:xfrm>
        </p:grpSpPr>
        <p:pic>
          <p:nvPicPr>
            <p:cNvPr id="10" name="Picture 9"/>
            <p:cNvPicPr>
              <a:picLocks noChangeAspect="1"/>
            </p:cNvPicPr>
            <p:nvPr userDrawn="1"/>
          </p:nvPicPr>
          <p:blipFill>
            <a:blip r:embed="rId2"/>
            <a:stretch>
              <a:fillRect/>
            </a:stretch>
          </p:blipFill>
          <p:spPr>
            <a:xfrm>
              <a:off x="9912350" y="4947557"/>
              <a:ext cx="4559300" cy="4572000"/>
            </a:xfrm>
            <a:prstGeom prst="rect">
              <a:avLst/>
            </a:prstGeom>
          </p:spPr>
        </p:pic>
        <p:pic>
          <p:nvPicPr>
            <p:cNvPr id="11" name="Picture 10"/>
            <p:cNvPicPr>
              <a:picLocks noChangeAspect="1"/>
            </p:cNvPicPr>
            <p:nvPr userDrawn="1"/>
          </p:nvPicPr>
          <p:blipFill>
            <a:blip r:embed="rId2"/>
            <a:stretch>
              <a:fillRect/>
            </a:stretch>
          </p:blipFill>
          <p:spPr>
            <a:xfrm>
              <a:off x="10425271" y="5461907"/>
              <a:ext cx="3533458" cy="3543300"/>
            </a:xfrm>
            <a:prstGeom prst="rect">
              <a:avLst/>
            </a:prstGeom>
          </p:spPr>
        </p:pic>
      </p:grpSp>
      <p:grpSp>
        <p:nvGrpSpPr>
          <p:cNvPr id="12" name="Group 11"/>
          <p:cNvGrpSpPr/>
          <p:nvPr userDrawn="1"/>
        </p:nvGrpSpPr>
        <p:grpSpPr>
          <a:xfrm>
            <a:off x="3957107" y="3611049"/>
            <a:ext cx="631813" cy="633409"/>
            <a:chOff x="9912350" y="4947557"/>
            <a:chExt cx="4559300" cy="4572000"/>
          </a:xfrm>
        </p:grpSpPr>
        <p:pic>
          <p:nvPicPr>
            <p:cNvPr id="13" name="Picture 12"/>
            <p:cNvPicPr>
              <a:picLocks noChangeAspect="1"/>
            </p:cNvPicPr>
            <p:nvPr userDrawn="1"/>
          </p:nvPicPr>
          <p:blipFill>
            <a:blip r:embed="rId2"/>
            <a:stretch>
              <a:fillRect/>
            </a:stretch>
          </p:blipFill>
          <p:spPr>
            <a:xfrm>
              <a:off x="9912350" y="4947557"/>
              <a:ext cx="4559300" cy="4572000"/>
            </a:xfrm>
            <a:prstGeom prst="rect">
              <a:avLst/>
            </a:prstGeom>
          </p:spPr>
        </p:pic>
        <p:pic>
          <p:nvPicPr>
            <p:cNvPr id="14" name="Picture 13"/>
            <p:cNvPicPr>
              <a:picLocks noChangeAspect="1"/>
            </p:cNvPicPr>
            <p:nvPr userDrawn="1"/>
          </p:nvPicPr>
          <p:blipFill>
            <a:blip r:embed="rId2"/>
            <a:stretch>
              <a:fillRect/>
            </a:stretch>
          </p:blipFill>
          <p:spPr>
            <a:xfrm>
              <a:off x="10425271" y="5461907"/>
              <a:ext cx="3533458" cy="3543300"/>
            </a:xfrm>
            <a:prstGeom prst="rect">
              <a:avLst/>
            </a:prstGeom>
          </p:spPr>
        </p:pic>
      </p:grpSp>
      <p:grpSp>
        <p:nvGrpSpPr>
          <p:cNvPr id="15" name="Group 14"/>
          <p:cNvGrpSpPr/>
          <p:nvPr userDrawn="1"/>
        </p:nvGrpSpPr>
        <p:grpSpPr>
          <a:xfrm>
            <a:off x="2134119" y="3611049"/>
            <a:ext cx="631813" cy="633409"/>
            <a:chOff x="9912350" y="4947557"/>
            <a:chExt cx="4559300" cy="4572000"/>
          </a:xfrm>
        </p:grpSpPr>
        <p:pic>
          <p:nvPicPr>
            <p:cNvPr id="16" name="Picture 15"/>
            <p:cNvPicPr>
              <a:picLocks noChangeAspect="1"/>
            </p:cNvPicPr>
            <p:nvPr userDrawn="1"/>
          </p:nvPicPr>
          <p:blipFill>
            <a:blip r:embed="rId2"/>
            <a:stretch>
              <a:fillRect/>
            </a:stretch>
          </p:blipFill>
          <p:spPr>
            <a:xfrm>
              <a:off x="9912350" y="4947557"/>
              <a:ext cx="4559300" cy="4572000"/>
            </a:xfrm>
            <a:prstGeom prst="rect">
              <a:avLst/>
            </a:prstGeom>
          </p:spPr>
        </p:pic>
        <p:pic>
          <p:nvPicPr>
            <p:cNvPr id="18" name="Picture 17"/>
            <p:cNvPicPr>
              <a:picLocks noChangeAspect="1"/>
            </p:cNvPicPr>
            <p:nvPr userDrawn="1"/>
          </p:nvPicPr>
          <p:blipFill>
            <a:blip r:embed="rId2"/>
            <a:stretch>
              <a:fillRect/>
            </a:stretch>
          </p:blipFill>
          <p:spPr>
            <a:xfrm>
              <a:off x="10425271" y="5461907"/>
              <a:ext cx="3533458" cy="3543300"/>
            </a:xfrm>
            <a:prstGeom prst="rect">
              <a:avLst/>
            </a:prstGeom>
          </p:spPr>
        </p:pic>
      </p:grpSp>
      <p:grpSp>
        <p:nvGrpSpPr>
          <p:cNvPr id="20" name="Group 19"/>
          <p:cNvGrpSpPr/>
          <p:nvPr userDrawn="1"/>
        </p:nvGrpSpPr>
        <p:grpSpPr>
          <a:xfrm>
            <a:off x="7603081" y="3611049"/>
            <a:ext cx="631813" cy="633409"/>
            <a:chOff x="9912350" y="4947557"/>
            <a:chExt cx="4559300" cy="4572000"/>
          </a:xfrm>
        </p:grpSpPr>
        <p:pic>
          <p:nvPicPr>
            <p:cNvPr id="21" name="Picture 20"/>
            <p:cNvPicPr>
              <a:picLocks noChangeAspect="1"/>
            </p:cNvPicPr>
            <p:nvPr userDrawn="1"/>
          </p:nvPicPr>
          <p:blipFill>
            <a:blip r:embed="rId2"/>
            <a:stretch>
              <a:fillRect/>
            </a:stretch>
          </p:blipFill>
          <p:spPr>
            <a:xfrm>
              <a:off x="9912350" y="4947557"/>
              <a:ext cx="4559300" cy="4572000"/>
            </a:xfrm>
            <a:prstGeom prst="rect">
              <a:avLst/>
            </a:prstGeom>
          </p:spPr>
        </p:pic>
        <p:pic>
          <p:nvPicPr>
            <p:cNvPr id="22" name="Picture 21"/>
            <p:cNvPicPr>
              <a:picLocks noChangeAspect="1"/>
            </p:cNvPicPr>
            <p:nvPr userDrawn="1"/>
          </p:nvPicPr>
          <p:blipFill>
            <a:blip r:embed="rId2"/>
            <a:stretch>
              <a:fillRect/>
            </a:stretch>
          </p:blipFill>
          <p:spPr>
            <a:xfrm>
              <a:off x="10425271" y="5461907"/>
              <a:ext cx="3533458" cy="3543300"/>
            </a:xfrm>
            <a:prstGeom prst="rect">
              <a:avLst/>
            </a:prstGeom>
          </p:spPr>
        </p:pic>
      </p:grpSp>
      <p:grpSp>
        <p:nvGrpSpPr>
          <p:cNvPr id="23" name="Group 22"/>
          <p:cNvGrpSpPr/>
          <p:nvPr userDrawn="1"/>
        </p:nvGrpSpPr>
        <p:grpSpPr>
          <a:xfrm>
            <a:off x="9426069" y="3611049"/>
            <a:ext cx="631813" cy="633409"/>
            <a:chOff x="9912350" y="4947557"/>
            <a:chExt cx="4559300" cy="4572000"/>
          </a:xfrm>
        </p:grpSpPr>
        <p:pic>
          <p:nvPicPr>
            <p:cNvPr id="24" name="Picture 23"/>
            <p:cNvPicPr>
              <a:picLocks noChangeAspect="1"/>
            </p:cNvPicPr>
            <p:nvPr userDrawn="1"/>
          </p:nvPicPr>
          <p:blipFill>
            <a:blip r:embed="rId2"/>
            <a:stretch>
              <a:fillRect/>
            </a:stretch>
          </p:blipFill>
          <p:spPr>
            <a:xfrm>
              <a:off x="9912350" y="4947557"/>
              <a:ext cx="4559300" cy="4572000"/>
            </a:xfrm>
            <a:prstGeom prst="rect">
              <a:avLst/>
            </a:prstGeom>
          </p:spPr>
        </p:pic>
        <p:pic>
          <p:nvPicPr>
            <p:cNvPr id="25" name="Picture 24"/>
            <p:cNvPicPr>
              <a:picLocks noChangeAspect="1"/>
            </p:cNvPicPr>
            <p:nvPr userDrawn="1"/>
          </p:nvPicPr>
          <p:blipFill>
            <a:blip r:embed="rId2"/>
            <a:stretch>
              <a:fillRect/>
            </a:stretch>
          </p:blipFill>
          <p:spPr>
            <a:xfrm>
              <a:off x="10425271" y="5461907"/>
              <a:ext cx="3533458" cy="3543300"/>
            </a:xfrm>
            <a:prstGeom prst="rect">
              <a:avLst/>
            </a:prstGeom>
          </p:spPr>
        </p:pic>
      </p:grpSp>
      <p:cxnSp>
        <p:nvCxnSpPr>
          <p:cNvPr id="26" name="Straight Connector 25"/>
          <p:cNvCxnSpPr/>
          <p:nvPr userDrawn="1"/>
        </p:nvCxnSpPr>
        <p:spPr>
          <a:xfrm>
            <a:off x="2451880" y="4321682"/>
            <a:ext cx="0" cy="501609"/>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sp>
        <p:nvSpPr>
          <p:cNvPr id="27" name="Oval 26"/>
          <p:cNvSpPr/>
          <p:nvPr userDrawn="1"/>
        </p:nvSpPr>
        <p:spPr>
          <a:xfrm>
            <a:off x="2397389" y="3875130"/>
            <a:ext cx="105272" cy="105244"/>
          </a:xfrm>
          <a:prstGeom prst="ellipse">
            <a:avLst/>
          </a:prstGeom>
          <a:solidFill>
            <a:srgbClr val="FF5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endParaRPr lang="en-US" sz="1200" b="0" i="0" kern="0" dirty="0">
              <a:solidFill>
                <a:prstClr val="white"/>
              </a:solidFill>
              <a:latin typeface="Amazon Ember Display" panose="020F0603020204020204" pitchFamily="34" charset="0"/>
              <a:sym typeface="Helvetica Neue"/>
            </a:endParaRPr>
          </a:p>
        </p:txBody>
      </p:sp>
      <p:cxnSp>
        <p:nvCxnSpPr>
          <p:cNvPr id="28" name="Straight Connector 27"/>
          <p:cNvCxnSpPr/>
          <p:nvPr userDrawn="1"/>
        </p:nvCxnSpPr>
        <p:spPr>
          <a:xfrm rot="10800000">
            <a:off x="4273013" y="3042702"/>
            <a:ext cx="0" cy="501609"/>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userDrawn="1"/>
        </p:nvCxnSpPr>
        <p:spPr>
          <a:xfrm>
            <a:off x="6096000" y="4321682"/>
            <a:ext cx="0" cy="501609"/>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userDrawn="1"/>
        </p:nvCxnSpPr>
        <p:spPr>
          <a:xfrm rot="10800000">
            <a:off x="7918987" y="3042702"/>
            <a:ext cx="0" cy="501609"/>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9741975" y="4321682"/>
            <a:ext cx="0" cy="501609"/>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sp>
        <p:nvSpPr>
          <p:cNvPr id="38" name="Oval 37"/>
          <p:cNvSpPr/>
          <p:nvPr userDrawn="1"/>
        </p:nvSpPr>
        <p:spPr>
          <a:xfrm rot="10800000">
            <a:off x="4220377" y="3875130"/>
            <a:ext cx="105272" cy="105244"/>
          </a:xfrm>
          <a:prstGeom prst="ellipse">
            <a:avLst/>
          </a:prstGeom>
          <a:solidFill>
            <a:srgbClr val="00A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endParaRPr lang="en-US" sz="1200" b="0" i="0" kern="0" dirty="0">
              <a:solidFill>
                <a:prstClr val="white"/>
              </a:solidFill>
              <a:latin typeface="Amazon Ember Display" panose="020F0603020204020204" pitchFamily="34" charset="0"/>
              <a:sym typeface="Helvetica Neue"/>
            </a:endParaRPr>
          </a:p>
        </p:txBody>
      </p:sp>
      <p:sp>
        <p:nvSpPr>
          <p:cNvPr id="39" name="Oval 38"/>
          <p:cNvSpPr/>
          <p:nvPr userDrawn="1"/>
        </p:nvSpPr>
        <p:spPr>
          <a:xfrm>
            <a:off x="6043364" y="3875130"/>
            <a:ext cx="105272" cy="105244"/>
          </a:xfrm>
          <a:prstGeom prst="ellipse">
            <a:avLst/>
          </a:prstGeom>
          <a:solidFill>
            <a:srgbClr val="009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endParaRPr lang="en-US" sz="1200" b="0" i="0" kern="0" dirty="0">
              <a:solidFill>
                <a:srgbClr val="0DA88C"/>
              </a:solidFill>
              <a:latin typeface="Amazon Ember Display" panose="020F0603020204020204" pitchFamily="34" charset="0"/>
              <a:sym typeface="Helvetica Neue"/>
            </a:endParaRPr>
          </a:p>
        </p:txBody>
      </p:sp>
      <p:sp>
        <p:nvSpPr>
          <p:cNvPr id="40" name="Oval 39"/>
          <p:cNvSpPr/>
          <p:nvPr userDrawn="1"/>
        </p:nvSpPr>
        <p:spPr>
          <a:xfrm rot="10800000">
            <a:off x="7866351" y="3878130"/>
            <a:ext cx="105272" cy="105244"/>
          </a:xfrm>
          <a:prstGeom prst="ellipse">
            <a:avLst/>
          </a:prstGeom>
          <a:solidFill>
            <a:srgbClr val="3446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endParaRPr lang="en-US" sz="1200" b="0" i="0" kern="0" dirty="0">
              <a:solidFill>
                <a:srgbClr val="5B4EFC"/>
              </a:solidFill>
              <a:latin typeface="Amazon Ember Display" panose="020F0603020204020204" pitchFamily="34" charset="0"/>
              <a:sym typeface="Helvetica Neue"/>
            </a:endParaRPr>
          </a:p>
        </p:txBody>
      </p:sp>
      <p:sp>
        <p:nvSpPr>
          <p:cNvPr id="41" name="Oval 40"/>
          <p:cNvSpPr/>
          <p:nvPr userDrawn="1"/>
        </p:nvSpPr>
        <p:spPr>
          <a:xfrm>
            <a:off x="9697249" y="3875130"/>
            <a:ext cx="105272" cy="105244"/>
          </a:xfrm>
          <a:prstGeom prst="ellipse">
            <a:avLst/>
          </a:prstGeom>
          <a:solidFill>
            <a:srgbClr val="BB2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endParaRPr lang="en-US" sz="1200" b="0" i="0" kern="0" dirty="0">
              <a:solidFill>
                <a:srgbClr val="F52525"/>
              </a:solidFill>
              <a:latin typeface="Amazon Ember Display" panose="020F0603020204020204" pitchFamily="34" charset="0"/>
              <a:sym typeface="Helvetica Neue"/>
            </a:endParaRPr>
          </a:p>
        </p:txBody>
      </p:sp>
      <p:sp>
        <p:nvSpPr>
          <p:cNvPr id="47" name="Text Placeholder 3"/>
          <p:cNvSpPr>
            <a:spLocks noGrp="1"/>
          </p:cNvSpPr>
          <p:nvPr>
            <p:ph type="body" sz="quarter" idx="28"/>
          </p:nvPr>
        </p:nvSpPr>
        <p:spPr>
          <a:xfrm>
            <a:off x="7073650" y="2334394"/>
            <a:ext cx="1690674" cy="584994"/>
          </a:xfrm>
          <a:prstGeom prst="rect">
            <a:avLst/>
          </a:prstGeom>
        </p:spPr>
        <p:txBody>
          <a:bodyPr/>
          <a:lstStyle>
            <a:lvl1pPr marL="0" indent="0" algn="ctr">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Click to edit Master text styles</a:t>
            </a:r>
            <a:endParaRPr lang="en-US" dirty="0"/>
          </a:p>
        </p:txBody>
      </p:sp>
      <p:sp>
        <p:nvSpPr>
          <p:cNvPr id="48" name="Text Placeholder 3"/>
          <p:cNvSpPr>
            <a:spLocks noGrp="1"/>
          </p:cNvSpPr>
          <p:nvPr>
            <p:ph type="body" sz="quarter" idx="29"/>
          </p:nvPr>
        </p:nvSpPr>
        <p:spPr>
          <a:xfrm>
            <a:off x="5251728" y="5399893"/>
            <a:ext cx="1690674" cy="584994"/>
          </a:xfrm>
          <a:prstGeom prst="rect">
            <a:avLst/>
          </a:prstGeom>
        </p:spPr>
        <p:txBody>
          <a:bodyPr/>
          <a:lstStyle>
            <a:lvl1pPr marL="0" indent="0" algn="ctr">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Click to edit Master text styles</a:t>
            </a:r>
            <a:endParaRPr lang="en-US" dirty="0"/>
          </a:p>
        </p:txBody>
      </p:sp>
      <p:sp>
        <p:nvSpPr>
          <p:cNvPr id="49" name="Text Placeholder 3"/>
          <p:cNvSpPr>
            <a:spLocks noGrp="1"/>
          </p:cNvSpPr>
          <p:nvPr>
            <p:ph type="body" sz="quarter" idx="30"/>
          </p:nvPr>
        </p:nvSpPr>
        <p:spPr>
          <a:xfrm>
            <a:off x="1606544" y="5399893"/>
            <a:ext cx="1690674" cy="584994"/>
          </a:xfrm>
          <a:prstGeom prst="rect">
            <a:avLst/>
          </a:prstGeom>
        </p:spPr>
        <p:txBody>
          <a:bodyPr/>
          <a:lstStyle>
            <a:lvl1pPr marL="0" indent="0" algn="ctr">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Click to edit Master text styles</a:t>
            </a:r>
            <a:endParaRPr lang="en-US" dirty="0"/>
          </a:p>
        </p:txBody>
      </p:sp>
      <p:sp>
        <p:nvSpPr>
          <p:cNvPr id="50" name="Text Placeholder 3"/>
          <p:cNvSpPr>
            <a:spLocks noGrp="1"/>
          </p:cNvSpPr>
          <p:nvPr>
            <p:ph type="body" sz="quarter" idx="31"/>
          </p:nvPr>
        </p:nvSpPr>
        <p:spPr>
          <a:xfrm>
            <a:off x="8896638" y="5399893"/>
            <a:ext cx="1690674" cy="584994"/>
          </a:xfrm>
          <a:prstGeom prst="rect">
            <a:avLst/>
          </a:prstGeom>
        </p:spPr>
        <p:txBody>
          <a:bodyPr/>
          <a:lstStyle>
            <a:lvl1pPr marL="0" indent="0" algn="ctr">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Click to edit Master text styles</a:t>
            </a:r>
            <a:endParaRPr lang="en-US" dirty="0"/>
          </a:p>
        </p:txBody>
      </p:sp>
      <p:sp>
        <p:nvSpPr>
          <p:cNvPr id="53" name="Title"/>
          <p:cNvSpPr txBox="1">
            <a:spLocks noGrp="1"/>
          </p:cNvSpPr>
          <p:nvPr>
            <p:ph type="body" sz="quarter" idx="33" hasCustomPrompt="1"/>
          </p:nvPr>
        </p:nvSpPr>
        <p:spPr>
          <a:xfrm>
            <a:off x="3427675" y="1909979"/>
            <a:ext cx="1690674" cy="430759"/>
          </a:xfrm>
          <a:prstGeom prst="rect">
            <a:avLst/>
          </a:prstGeom>
        </p:spPr>
        <p:txBody>
          <a:bodyPr wrap="square">
            <a:spAutoFit/>
          </a:bodyPr>
          <a:lstStyle>
            <a:lvl1pPr marL="0" indent="0" algn="ctr" defTabSz="1218565">
              <a:lnSpc>
                <a:spcPct val="100000"/>
              </a:lnSpc>
              <a:buFontTx/>
              <a:buNone/>
              <a:defRPr sz="2200" b="1" i="0" baseline="0">
                <a:solidFill>
                  <a:srgbClr val="00AAF3"/>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54" name="Title"/>
          <p:cNvSpPr txBox="1">
            <a:spLocks noGrp="1"/>
          </p:cNvSpPr>
          <p:nvPr>
            <p:ph type="body" sz="quarter" idx="34" hasCustomPrompt="1"/>
          </p:nvPr>
        </p:nvSpPr>
        <p:spPr>
          <a:xfrm>
            <a:off x="5250664" y="4974970"/>
            <a:ext cx="1690674" cy="430759"/>
          </a:xfrm>
          <a:prstGeom prst="rect">
            <a:avLst/>
          </a:prstGeom>
        </p:spPr>
        <p:txBody>
          <a:bodyPr wrap="square">
            <a:spAutoFit/>
          </a:bodyPr>
          <a:lstStyle>
            <a:lvl1pPr marL="0" indent="0" algn="ctr" defTabSz="1218565">
              <a:lnSpc>
                <a:spcPct val="100000"/>
              </a:lnSpc>
              <a:buFontTx/>
              <a:buNone/>
              <a:defRPr sz="2200" b="1" i="0" baseline="0">
                <a:solidFill>
                  <a:srgbClr val="009596"/>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55" name="Title"/>
          <p:cNvSpPr txBox="1">
            <a:spLocks noGrp="1"/>
          </p:cNvSpPr>
          <p:nvPr>
            <p:ph type="body" sz="quarter" idx="35" hasCustomPrompt="1"/>
          </p:nvPr>
        </p:nvSpPr>
        <p:spPr>
          <a:xfrm>
            <a:off x="7073650" y="1909548"/>
            <a:ext cx="1690674" cy="430759"/>
          </a:xfrm>
          <a:prstGeom prst="rect">
            <a:avLst/>
          </a:prstGeom>
        </p:spPr>
        <p:txBody>
          <a:bodyPr wrap="square">
            <a:spAutoFit/>
          </a:bodyPr>
          <a:lstStyle>
            <a:lvl1pPr marL="0" indent="0" algn="ctr" defTabSz="1218565">
              <a:lnSpc>
                <a:spcPct val="100000"/>
              </a:lnSpc>
              <a:buFontTx/>
              <a:buNone/>
              <a:defRPr sz="2200" b="1" i="0" baseline="0">
                <a:solidFill>
                  <a:srgbClr val="3446C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56" name="Title"/>
          <p:cNvSpPr txBox="1">
            <a:spLocks noGrp="1"/>
          </p:cNvSpPr>
          <p:nvPr>
            <p:ph type="body" sz="quarter" idx="36" hasCustomPrompt="1"/>
          </p:nvPr>
        </p:nvSpPr>
        <p:spPr>
          <a:xfrm>
            <a:off x="8894783" y="4974970"/>
            <a:ext cx="1690674" cy="430759"/>
          </a:xfrm>
          <a:prstGeom prst="rect">
            <a:avLst/>
          </a:prstGeom>
        </p:spPr>
        <p:txBody>
          <a:bodyPr wrap="square">
            <a:spAutoFit/>
          </a:bodyPr>
          <a:lstStyle>
            <a:lvl1pPr marL="0" indent="0" algn="ctr" defTabSz="1218565">
              <a:lnSpc>
                <a:spcPct val="100000"/>
              </a:lnSpc>
              <a:buFontTx/>
              <a:buNone/>
              <a:defRPr sz="2200" b="1" i="0" baseline="0">
                <a:solidFill>
                  <a:srgbClr val="BB2CAC"/>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Title</a:t>
            </a:r>
            <a:endParaRPr lang="en-US" dirty="0"/>
          </a:p>
        </p:txBody>
      </p:sp>
      <p:sp>
        <p:nvSpPr>
          <p:cNvPr id="57"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9" name="Picture 8"/>
          <p:cNvPicPr/>
          <p:nvPr userDrawn="1"/>
        </p:nvPicPr>
        <p:blipFill rotWithShape="1">
          <a:blip r:embed="rId2" cstate="hqprint"/>
          <a:srcRect/>
          <a:stretch>
            <a:fillRect/>
          </a:stretch>
        </p:blipFill>
        <p:spPr>
          <a:xfrm>
            <a:off x="1363910" y="1980073"/>
            <a:ext cx="9481431" cy="4086699"/>
          </a:xfrm>
          <a:prstGeom prst="rect">
            <a:avLst/>
          </a:prstGeom>
        </p:spPr>
      </p:pic>
      <p:pic>
        <p:nvPicPr>
          <p:cNvPr id="11" name="Picture 10"/>
          <p:cNvPicPr>
            <a:picLocks noChangeAspect="1"/>
          </p:cNvPicPr>
          <p:nvPr userDrawn="1"/>
        </p:nvPicPr>
        <p:blipFill rotWithShape="1">
          <a:blip r:embed="rId3" cstate="hqprint"/>
          <a:srcRect/>
          <a:stretch>
            <a:fillRect/>
          </a:stretch>
        </p:blipFill>
        <p:spPr>
          <a:xfrm>
            <a:off x="11000527" y="2181377"/>
            <a:ext cx="1199619" cy="3706797"/>
          </a:xfrm>
          <a:prstGeom prst="rect">
            <a:avLst/>
          </a:prstGeom>
        </p:spPr>
      </p:pic>
      <p:pic>
        <p:nvPicPr>
          <p:cNvPr id="12" name="Picture 11"/>
          <p:cNvPicPr>
            <a:picLocks noChangeAspect="1"/>
          </p:cNvPicPr>
          <p:nvPr userDrawn="1"/>
        </p:nvPicPr>
        <p:blipFill rotWithShape="1">
          <a:blip r:embed="rId4" cstate="hqprint"/>
          <a:srcRect/>
          <a:stretch>
            <a:fillRect/>
          </a:stretch>
        </p:blipFill>
        <p:spPr>
          <a:xfrm>
            <a:off x="794" y="2181376"/>
            <a:ext cx="1199619" cy="3706798"/>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pic>
        <p:nvPicPr>
          <p:cNvPr id="9" name="Picture 8" descr="Graphical user interface, application&#10;&#10;Description automatically generated"/>
          <p:cNvPicPr>
            <a:picLocks noChangeAspect="1"/>
          </p:cNvPicPr>
          <p:nvPr userDrawn="1"/>
        </p:nvPicPr>
        <p:blipFill rotWithShape="1">
          <a:blip r:embed="rId2" cstate="print"/>
          <a:srcRect/>
          <a:stretch>
            <a:fillRect/>
          </a:stretch>
        </p:blipFill>
        <p:spPr>
          <a:xfrm>
            <a:off x="589089" y="1271387"/>
            <a:ext cx="11602911" cy="5586613"/>
          </a:xfrm>
          <a:prstGeom prst="rect">
            <a:avLst/>
          </a:prstGeom>
        </p:spPr>
      </p:pic>
      <p:sp>
        <p:nvSpPr>
          <p:cNvPr id="8" name="Text Placeholder 3"/>
          <p:cNvSpPr>
            <a:spLocks noGrp="1"/>
          </p:cNvSpPr>
          <p:nvPr>
            <p:ph type="body" sz="quarter" idx="10" hasCustomPrompt="1"/>
          </p:nvPr>
        </p:nvSpPr>
        <p:spPr>
          <a:xfrm>
            <a:off x="1076838" y="6507225"/>
            <a:ext cx="9281550" cy="152401"/>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1" name="Amazon Confidential"/>
          <p:cNvSpPr txBox="1"/>
          <p:nvPr userDrawn="1"/>
        </p:nvSpPr>
        <p:spPr>
          <a:xfrm>
            <a:off x="10128763" y="6442297"/>
            <a:ext cx="1720766" cy="151169"/>
          </a:xfrm>
          <a:prstGeom prst="rect">
            <a:avLst/>
          </a:prstGeom>
          <a:ln w="12700">
            <a:miter lim="400000"/>
          </a:ln>
        </p:spPr>
        <p:txBody>
          <a:bodyPr wrap="none" lIns="25387" tIns="25387" rIns="25387" bIns="2538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7"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Device with Intro and Bullets">
    <p:spTree>
      <p:nvGrpSpPr>
        <p:cNvPr id="1" name=""/>
        <p:cNvGrpSpPr/>
        <p:nvPr/>
      </p:nvGrpSpPr>
      <p:grpSpPr>
        <a:xfrm>
          <a:off x="0" y="0"/>
          <a:ext cx="0" cy="0"/>
          <a:chOff x="0" y="0"/>
          <a:chExt cx="0" cy="0"/>
        </a:xfrm>
      </p:grpSpPr>
      <p:sp>
        <p:nvSpPr>
          <p:cNvPr id="7"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6"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cxnSp>
        <p:nvCxnSpPr>
          <p:cNvPr id="11" name="Straight Connector 10"/>
          <p:cNvCxnSpPr/>
          <p:nvPr userDrawn="1"/>
        </p:nvCxnSpPr>
        <p:spPr>
          <a:xfrm flipH="1">
            <a:off x="6325218" y="5816467"/>
            <a:ext cx="2542376" cy="0"/>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1217478" y="5816467"/>
            <a:ext cx="5126140" cy="0"/>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sp>
        <p:nvSpPr>
          <p:cNvPr id="17" name="Arc 16"/>
          <p:cNvSpPr/>
          <p:nvPr userDrawn="1"/>
        </p:nvSpPr>
        <p:spPr>
          <a:xfrm rot="10800000">
            <a:off x="873462" y="4979300"/>
            <a:ext cx="704032" cy="833904"/>
          </a:xfrm>
          <a:prstGeom prst="arc">
            <a:avLst/>
          </a:prstGeom>
          <a:ln>
            <a:solidFill>
              <a:srgbClr val="232F3E"/>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218565" hangingPunct="0">
              <a:defRPr/>
            </a:pPr>
            <a:endParaRPr lang="en-US" sz="1200" b="0" i="0" kern="0" dirty="0">
              <a:solidFill>
                <a:prstClr val="black"/>
              </a:solidFill>
              <a:latin typeface="Amazon Ember Display" panose="020F0603020204020204" pitchFamily="34" charset="0"/>
              <a:sym typeface="Helvetica Neue"/>
            </a:endParaRPr>
          </a:p>
        </p:txBody>
      </p:sp>
      <p:cxnSp>
        <p:nvCxnSpPr>
          <p:cNvPr id="18" name="Straight Connector 17"/>
          <p:cNvCxnSpPr>
            <a:stCxn id="22" idx="1"/>
            <a:endCxn id="17" idx="2"/>
          </p:cNvCxnSpPr>
          <p:nvPr userDrawn="1"/>
        </p:nvCxnSpPr>
        <p:spPr>
          <a:xfrm flipH="1">
            <a:off x="873462" y="3052535"/>
            <a:ext cx="4682" cy="2343717"/>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userDrawn="1"/>
        </p:nvGrpSpPr>
        <p:grpSpPr>
          <a:xfrm rot="5400000">
            <a:off x="291831" y="3410318"/>
            <a:ext cx="1172621" cy="152381"/>
            <a:chOff x="4297917" y="2032307"/>
            <a:chExt cx="2346158" cy="304801"/>
          </a:xfrm>
          <a:solidFill>
            <a:srgbClr val="232F3E"/>
          </a:solidFill>
          <a:effectLst>
            <a:outerShdw blurRad="671413" dist="366117" dir="6447696" sx="99000" sy="99000" algn="t" rotWithShape="0">
              <a:prstClr val="black">
                <a:alpha val="26000"/>
              </a:prstClr>
            </a:outerShdw>
          </a:effectLst>
        </p:grpSpPr>
        <p:sp>
          <p:nvSpPr>
            <p:cNvPr id="20" name="Rounded Rectangle 19"/>
            <p:cNvSpPr/>
            <p:nvPr userDrawn="1"/>
          </p:nvSpPr>
          <p:spPr>
            <a:xfrm>
              <a:off x="4545574" y="2032316"/>
              <a:ext cx="1850843" cy="304792"/>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1" name="Delay 20"/>
            <p:cNvSpPr/>
            <p:nvPr userDrawn="1"/>
          </p:nvSpPr>
          <p:spPr>
            <a:xfrm>
              <a:off x="6339282"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2" name="Delay 21"/>
            <p:cNvSpPr/>
            <p:nvPr userDrawn="1"/>
          </p:nvSpPr>
          <p:spPr>
            <a:xfrm rot="10800000">
              <a:off x="4297917"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3" name="Arc 22"/>
          <p:cNvSpPr/>
          <p:nvPr userDrawn="1"/>
        </p:nvSpPr>
        <p:spPr>
          <a:xfrm rot="5400000">
            <a:off x="8510445" y="5047484"/>
            <a:ext cx="703849" cy="834121"/>
          </a:xfrm>
          <a:prstGeom prst="arc">
            <a:avLst/>
          </a:prstGeom>
          <a:ln>
            <a:solidFill>
              <a:srgbClr val="232F3E"/>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218565" hangingPunct="0">
              <a:defRPr/>
            </a:pPr>
            <a:endParaRPr lang="en-US" sz="1200" b="0" i="0" kern="0" dirty="0">
              <a:solidFill>
                <a:prstClr val="black"/>
              </a:solidFill>
              <a:latin typeface="Amazon Ember Display" panose="020F0603020204020204" pitchFamily="34" charset="0"/>
              <a:sym typeface="Helvetica Neue"/>
            </a:endParaRPr>
          </a:p>
        </p:txBody>
      </p:sp>
      <p:cxnSp>
        <p:nvCxnSpPr>
          <p:cNvPr id="24" name="Straight Connector 23"/>
          <p:cNvCxnSpPr/>
          <p:nvPr userDrawn="1"/>
        </p:nvCxnSpPr>
        <p:spPr>
          <a:xfrm>
            <a:off x="9279431" y="5287712"/>
            <a:ext cx="0" cy="176831"/>
          </a:xfrm>
          <a:prstGeom prst="line">
            <a:avLst/>
          </a:prstGeom>
          <a:ln>
            <a:solidFill>
              <a:srgbClr val="232F3E"/>
            </a:solidFill>
          </a:ln>
        </p:spPr>
        <p:style>
          <a:lnRef idx="1">
            <a:schemeClr val="accent1"/>
          </a:lnRef>
          <a:fillRef idx="0">
            <a:schemeClr val="accent1"/>
          </a:fillRef>
          <a:effectRef idx="0">
            <a:schemeClr val="accent1"/>
          </a:effectRef>
          <a:fontRef idx="minor">
            <a:schemeClr val="tx1"/>
          </a:fontRef>
        </p:style>
      </p:cxnSp>
      <p:sp>
        <p:nvSpPr>
          <p:cNvPr id="25" name="Oval 24"/>
          <p:cNvSpPr/>
          <p:nvPr userDrawn="1"/>
        </p:nvSpPr>
        <p:spPr>
          <a:xfrm rot="5400000">
            <a:off x="9203261" y="5135353"/>
            <a:ext cx="152341" cy="152380"/>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6" name="Text Placeholder 3"/>
          <p:cNvSpPr>
            <a:spLocks noGrp="1"/>
          </p:cNvSpPr>
          <p:nvPr>
            <p:ph type="body" sz="quarter" idx="27" hasCustomPrompt="1"/>
          </p:nvPr>
        </p:nvSpPr>
        <p:spPr>
          <a:xfrm>
            <a:off x="1796900" y="2860076"/>
            <a:ext cx="3060193" cy="748214"/>
          </a:xfrm>
          <a:prstGeom prst="rect">
            <a:avLst/>
          </a:prstGeom>
        </p:spPr>
        <p:txBody>
          <a:bodyPr/>
          <a:lstStyle>
            <a:lvl1pPr marL="0" indent="0" defTabSz="45720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marL="0" indent="0" defTabSz="913765">
              <a:lnSpc>
                <a:spcPct val="110000"/>
              </a:lnSpc>
              <a:buNone/>
              <a:defRP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Introduction paragraph about device features goes here over two or three lines if necessary</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 name="Text Placeholder 2"/>
          <p:cNvSpPr>
            <a:spLocks noGrp="1"/>
          </p:cNvSpPr>
          <p:nvPr>
            <p:ph type="body" sz="quarter" idx="29" hasCustomPrompt="1"/>
          </p:nvPr>
        </p:nvSpPr>
        <p:spPr>
          <a:xfrm>
            <a:off x="1796900" y="4097828"/>
            <a:ext cx="3075789" cy="748506"/>
          </a:xfrm>
          <a:prstGeom prst="rect">
            <a:avLst/>
          </a:prstGeom>
        </p:spPr>
        <p:txBody>
          <a:bodyPr/>
          <a:lstStyle>
            <a:lvl1pPr marL="114300" indent="-114300">
              <a:buFont typeface="Arial" panose="020B0604020202020204" pitchFamily="34" charset="0"/>
              <a:buChar char="•"/>
              <a:defRPr sz="1300">
                <a:solidFill>
                  <a:srgbClr val="808184"/>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342900" indent="-114300">
              <a:buFont typeface="Arial" panose="020B0604020202020204" pitchFamily="34" charset="0"/>
              <a:buChar char="•"/>
              <a:defRPr sz="1300">
                <a:solidFill>
                  <a:srgbClr val="808184"/>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570865" indent="-114300">
              <a:buFont typeface="Arial" panose="020B0604020202020204" pitchFamily="34" charset="0"/>
              <a:buChar char="•"/>
              <a:defRPr sz="1300">
                <a:solidFill>
                  <a:srgbClr val="808184"/>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799465" indent="-114300">
              <a:buFont typeface="Arial" panose="020B0604020202020204" pitchFamily="34" charset="0"/>
              <a:buChar char="•"/>
              <a:defRPr sz="1300">
                <a:solidFill>
                  <a:srgbClr val="808184"/>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028065" indent="-114300">
              <a:buFont typeface="Arial" panose="020B0604020202020204" pitchFamily="34" charset="0"/>
              <a:buChar char="•"/>
              <a:defRPr sz="1300">
                <a:solidFill>
                  <a:srgbClr val="808184"/>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First point goes here</a:t>
            </a:r>
            <a:endParaRPr lang="en-US" dirty="0"/>
          </a:p>
          <a:p>
            <a:pPr lvl="0"/>
            <a:r>
              <a:rPr lang="en-US" dirty="0"/>
              <a:t>Second point goes here</a:t>
            </a:r>
            <a:endParaRPr lang="en-US" dirty="0"/>
          </a:p>
        </p:txBody>
      </p:sp>
      <p:sp>
        <p:nvSpPr>
          <p:cNvPr id="28"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path" presetSubtype="0" accel="50000" decel="50000" fill="hold" grpId="0" nodeType="clickEffect">
                                  <p:stCondLst>
                                    <p:cond delay="0"/>
                                  </p:stCondLst>
                                  <p:childTnLst>
                                    <p:animMotion origin="layout" path="M -0.47265 0.08773 L -0.03431 0.08773 C -0.01901 0.08773 -2.8125E-6 0.06308 -2.8125E-6 0.04363 L -2.8125E-6 5.55556E-7 " pathEditMode="relative" rAng="0" ptsTypes="AAAA">
                                      <p:cBhvr>
                                        <p:cTn id="6" dur="5000" fill="hold"/>
                                        <p:tgtEl>
                                          <p:spTgt spid="25"/>
                                        </p:tgtEl>
                                        <p:attrNameLst>
                                          <p:attrName>ppt_x</p:attrName>
                                          <p:attrName>ppt_y</p:attrName>
                                        </p:attrNameLst>
                                      </p:cBhvr>
                                      <p:rCtr x="23633" y="-438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 Headline Only">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7"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58" name="Vertical Text Placeholder 2"/>
          <p:cNvSpPr>
            <a:spLocks noGrp="1"/>
          </p:cNvSpPr>
          <p:nvPr>
            <p:ph type="body" orient="vert" sz="quarter" idx="26" hasCustomPrompt="1"/>
          </p:nvPr>
        </p:nvSpPr>
        <p:spPr>
          <a:xfrm rot="10800000">
            <a:off x="200893" y="316522"/>
            <a:ext cx="183257" cy="3515703"/>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01_Agenda">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srcRect l="15958" r="51173"/>
          <a:stretch>
            <a:fillRect/>
          </a:stretch>
        </p:blipFill>
        <p:spPr>
          <a:xfrm>
            <a:off x="1945544" y="0"/>
            <a:ext cx="4007355" cy="6858000"/>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1" name="Title"/>
          <p:cNvSpPr txBox="1">
            <a:spLocks noGrp="1"/>
          </p:cNvSpPr>
          <p:nvPr>
            <p:ph type="body" sz="quarter" idx="29" hasCustomPrompt="1"/>
          </p:nvPr>
        </p:nvSpPr>
        <p:spPr>
          <a:xfrm>
            <a:off x="5770466" y="1716969"/>
            <a:ext cx="6020856" cy="3785011"/>
          </a:xfrm>
          <a:prstGeom prst="rect">
            <a:avLst/>
          </a:prstGeom>
        </p:spPr>
        <p:txBody>
          <a:bodyPr wrap="square" anchor="ctr">
            <a:spAutoFit/>
          </a:bodyPr>
          <a:lstStyle>
            <a:lvl1pPr marL="371475" indent="-371475" defTabSz="1218565">
              <a:lnSpc>
                <a:spcPct val="100000"/>
              </a:lnSpc>
              <a:spcBef>
                <a:spcPts val="0"/>
              </a:spcBef>
              <a:spcAft>
                <a:spcPts val="3900"/>
              </a:spcAft>
              <a:buClr>
                <a:schemeClr val="tx2"/>
              </a:buClr>
              <a:buFont typeface="+mj-lt"/>
              <a:buAutoNum type="arabicPeriod"/>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Title</a:t>
            </a:r>
            <a:endParaRPr lang="en-US" dirty="0"/>
          </a:p>
          <a:p>
            <a:r>
              <a:rPr lang="en-US" dirty="0"/>
              <a:t>Title</a:t>
            </a:r>
            <a:endParaRPr lang="en-US" dirty="0"/>
          </a:p>
          <a:p>
            <a:r>
              <a:rPr lang="en-US" dirty="0"/>
              <a:t>Title</a:t>
            </a:r>
            <a:endParaRPr lang="en-US" dirty="0"/>
          </a:p>
          <a:p>
            <a:r>
              <a:rPr lang="en-US" dirty="0"/>
              <a:t>Title</a:t>
            </a:r>
            <a:endParaRPr lang="en-US" dirty="0"/>
          </a:p>
          <a:p>
            <a:r>
              <a:rPr lang="en-US" dirty="0"/>
              <a:t>Title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04_Content">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998D90"/>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06_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stretch>
            <a:fillRect/>
          </a:stretch>
        </p:blipFill>
        <p:spPr>
          <a:xfrm>
            <a:off x="0" y="0"/>
            <a:ext cx="12192000" cy="6858000"/>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824923"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2" name="Slide Number"/>
          <p:cNvSpPr txBox="1"/>
          <p:nvPr userDrawn="1"/>
        </p:nvSpPr>
        <p:spPr>
          <a:xfrm>
            <a:off x="236919" y="6467940"/>
            <a:ext cx="195540"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F"/>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rgbClr val="232F3F"/>
              </a:solidFill>
              <a:effectLst/>
              <a:uLnTx/>
              <a:uFillTx/>
              <a:latin typeface="Amazon Ember"/>
              <a:ea typeface="Amazon Ember"/>
              <a:cs typeface="Amazon Ember"/>
              <a:sym typeface="Amazon Ember"/>
            </a:endParaRPr>
          </a:p>
        </p:txBody>
      </p:sp>
      <p:sp>
        <p:nvSpPr>
          <p:cNvPr id="11"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14"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t>
            </a:r>
            <a:endParaRPr lang="en-US" sz="1600"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08_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hqprint"/>
          <a:srcRect/>
          <a:stretch>
            <a:fillRect/>
          </a:stretch>
        </p:blipFill>
        <p:spPr>
          <a:xfrm>
            <a:off x="0" y="2249414"/>
            <a:ext cx="4640030" cy="4608587"/>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012071"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1" name="Slide Number"/>
          <p:cNvSpPr txBox="1"/>
          <p:nvPr userDrawn="1"/>
        </p:nvSpPr>
        <p:spPr>
          <a:xfrm>
            <a:off x="236919" y="6467940"/>
            <a:ext cx="195540"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F"/>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rgbClr val="232F3F"/>
              </a:solidFill>
              <a:effectLst/>
              <a:uLnTx/>
              <a:uFillTx/>
              <a:latin typeface="Amazon Ember"/>
              <a:ea typeface="Amazon Ember"/>
              <a:cs typeface="Amazon Ember"/>
              <a:sym typeface="Amazon Ember"/>
            </a:endParaRPr>
          </a:p>
        </p:txBody>
      </p:sp>
      <p:sp>
        <p:nvSpPr>
          <p:cNvPr id="13" name="Title"/>
          <p:cNvSpPr txBox="1">
            <a:spLocks noGrp="1"/>
          </p:cNvSpPr>
          <p:nvPr>
            <p:ph type="body" sz="quarter" idx="28" hasCustomPrompt="1"/>
          </p:nvPr>
        </p:nvSpPr>
        <p:spPr>
          <a:xfrm>
            <a:off x="749805" y="3832226"/>
            <a:ext cx="3012069" cy="648896"/>
          </a:xfrm>
          <a:prstGeom prst="rect">
            <a:avLst/>
          </a:prstGeom>
        </p:spPr>
        <p:txBody>
          <a:bodyPr wrap="square">
            <a:spAutoFit/>
          </a:bodyPr>
          <a:lstStyle>
            <a:lvl1pPr marL="0" marR="0" indent="0" algn="l" defTabSz="1217930" rtl="0" eaLnBrk="1" fontAlgn="auto" latinLnBrk="0" hangingPunct="1">
              <a:lnSpc>
                <a:spcPct val="100000"/>
              </a:lnSpc>
              <a:spcBef>
                <a:spcPts val="500"/>
              </a:spcBef>
              <a:spcAft>
                <a:spcPts val="0"/>
              </a:spcAft>
              <a:buClrTx/>
              <a:buSzTx/>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marL="0" marR="0" lvl="0" indent="0" algn="l" defTabSz="1217930" rtl="0" eaLnBrk="1" fontAlgn="auto" latinLnBrk="0" hangingPunct="1">
              <a:lnSpc>
                <a:spcPct val="100000"/>
              </a:lnSpc>
              <a:spcBef>
                <a:spcPts val="500"/>
              </a:spcBef>
              <a:spcAft>
                <a:spcPts val="0"/>
              </a:spcAft>
              <a:buClrTx/>
              <a:buSzTx/>
              <a:buFontTx/>
              <a:buNone/>
              <a:defRPr/>
            </a:pPr>
            <a:r>
              <a:rPr lang="en-US" dirty="0"/>
              <a:t>Heading goes here</a:t>
            </a:r>
            <a:endParaRPr lang="en-US" dirty="0"/>
          </a:p>
          <a:p>
            <a:pPr marL="0" marR="0" lvl="0" indent="0" algn="l" defTabSz="1217930" rtl="0" eaLnBrk="1" fontAlgn="auto" latinLnBrk="0" hangingPunct="1">
              <a:lnSpc>
                <a:spcPct val="100000"/>
              </a:lnSpc>
              <a:spcBef>
                <a:spcPts val="500"/>
              </a:spcBef>
              <a:spcAft>
                <a:spcPts val="0"/>
              </a:spcAft>
              <a:buClrTx/>
              <a:buSzTx/>
              <a:buFontTx/>
              <a:buNone/>
              <a:defRPr/>
            </a:pPr>
            <a:endParaRPr dirty="0"/>
          </a:p>
        </p:txBody>
      </p:sp>
      <p:sp>
        <p:nvSpPr>
          <p:cNvPr id="14" name="Text Placeholder 3"/>
          <p:cNvSpPr>
            <a:spLocks noGrp="1"/>
          </p:cNvSpPr>
          <p:nvPr>
            <p:ph type="body" sz="quarter" idx="29" hasCustomPrompt="1"/>
          </p:nvPr>
        </p:nvSpPr>
        <p:spPr>
          <a:xfrm>
            <a:off x="761209" y="4470400"/>
            <a:ext cx="3012069" cy="775921"/>
          </a:xfrm>
          <a:prstGeom prst="rect">
            <a:avLst/>
          </a:prstGeom>
        </p:spPr>
        <p:txBody>
          <a:bodyPr/>
          <a:lstStyle>
            <a:lvl1pPr marL="0" indent="0" defTabSz="456565">
              <a:lnSpc>
                <a:spcPct val="12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marL="0" indent="0" defTabSz="913765">
              <a:lnSpc>
                <a:spcPct val="120000"/>
              </a:lnSpc>
              <a:buNone/>
              <a:defRP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t>
            </a:r>
            <a:b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ex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commodo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consequat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09_Content">
    <p:spTree>
      <p:nvGrpSpPr>
        <p:cNvPr id="1" name=""/>
        <p:cNvGrpSpPr/>
        <p:nvPr/>
      </p:nvGrpSpPr>
      <p:grpSpPr>
        <a:xfrm>
          <a:off x="0" y="0"/>
          <a:ext cx="0" cy="0"/>
          <a:chOff x="0" y="0"/>
          <a:chExt cx="0" cy="0"/>
        </a:xfrm>
      </p:grpSpPr>
      <p:pic>
        <p:nvPicPr>
          <p:cNvPr id="9" name="Picture 8" descr="Shape, circle&#10;&#10;Description automatically generated"/>
          <p:cNvPicPr>
            <a:picLocks noChangeAspect="1"/>
          </p:cNvPicPr>
          <p:nvPr userDrawn="1"/>
        </p:nvPicPr>
        <p:blipFill rotWithShape="1">
          <a:blip r:embed="rId2" cstate="hqprint"/>
          <a:srcRect/>
          <a:stretch>
            <a:fillRect/>
          </a:stretch>
        </p:blipFill>
        <p:spPr>
          <a:xfrm>
            <a:off x="4201134" y="893"/>
            <a:ext cx="7990866" cy="6856214"/>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5"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10"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_Content-Bullets">
    <p:spTree>
      <p:nvGrpSpPr>
        <p:cNvPr id="1" name=""/>
        <p:cNvGrpSpPr/>
        <p:nvPr/>
      </p:nvGrpSpPr>
      <p:grpSpPr>
        <a:xfrm>
          <a:off x="0" y="0"/>
          <a:ext cx="0" cy="0"/>
          <a:chOff x="0" y="0"/>
          <a:chExt cx="0" cy="0"/>
        </a:xfrm>
      </p:grpSpPr>
      <p:pic>
        <p:nvPicPr>
          <p:cNvPr id="14" name="Picture 13" descr="Diagram, venn diagram&#10;&#10;Description automatically generated"/>
          <p:cNvPicPr>
            <a:picLocks noChangeAspect="1"/>
          </p:cNvPicPr>
          <p:nvPr userDrawn="1"/>
        </p:nvPicPr>
        <p:blipFill rotWithShape="1">
          <a:blip r:embed="rId2" cstate="hqprint"/>
          <a:srcRect/>
          <a:stretch>
            <a:fillRect/>
          </a:stretch>
        </p:blipFill>
        <p:spPr>
          <a:xfrm>
            <a:off x="3247740" y="0"/>
            <a:ext cx="4464675" cy="6856214"/>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7"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5" name="Text Placeholder 3"/>
          <p:cNvSpPr>
            <a:spLocks noGrp="1"/>
          </p:cNvSpPr>
          <p:nvPr>
            <p:ph type="body" sz="quarter" idx="24" hasCustomPrompt="1"/>
          </p:nvPr>
        </p:nvSpPr>
        <p:spPr>
          <a:xfrm>
            <a:off x="761207" y="1286103"/>
            <a:ext cx="3000667"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16" name="Text Placeholder 3"/>
          <p:cNvSpPr>
            <a:spLocks noGrp="1"/>
          </p:cNvSpPr>
          <p:nvPr>
            <p:ph type="body" sz="quarter" idx="31" hasCustomPrompt="1"/>
          </p:nvPr>
        </p:nvSpPr>
        <p:spPr>
          <a:xfrm>
            <a:off x="761207" y="5585748"/>
            <a:ext cx="3000667" cy="584994"/>
          </a:xfrm>
          <a:prstGeom prst="rect">
            <a:avLst/>
          </a:prstGeom>
        </p:spPr>
        <p:txBody>
          <a:bodyPr anchor="b"/>
          <a:lstStyle>
            <a:lvl1pPr marL="0" indent="0">
              <a:lnSpc>
                <a:spcPct val="12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endParaRPr lang="en-US" dirty="0"/>
          </a:p>
        </p:txBody>
      </p:sp>
      <p:sp>
        <p:nvSpPr>
          <p:cNvPr id="17" name="Text Placeholder 3"/>
          <p:cNvSpPr>
            <a:spLocks noGrp="1"/>
          </p:cNvSpPr>
          <p:nvPr>
            <p:ph type="body" sz="quarter" idx="32" hasCustomPrompt="1"/>
          </p:nvPr>
        </p:nvSpPr>
        <p:spPr>
          <a:xfrm>
            <a:off x="6015867" y="1294859"/>
            <a:ext cx="5348820" cy="4268285"/>
          </a:xfrm>
          <a:prstGeom prst="rect">
            <a:avLst/>
          </a:prstGeom>
        </p:spPr>
        <p:txBody>
          <a:bodyPr lIns="91440" anchor="ctr" anchorCtr="0"/>
          <a:lstStyle>
            <a:lvl1pPr marL="207645" indent="-207645">
              <a:lnSpc>
                <a:spcPct val="100000"/>
              </a:lnSpc>
              <a:spcBef>
                <a:spcPts val="0"/>
              </a:spcBef>
              <a:spcAft>
                <a:spcPts val="3600"/>
              </a:spcAft>
              <a:buClr>
                <a:srgbClr val="232F3E"/>
              </a:buClr>
              <a:buFont typeface="Arial" panose="020B0604020202020204" pitchFamily="34" charset="0"/>
              <a:buChar char="•"/>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First bullet goes here</a:t>
            </a:r>
            <a:endParaRPr lang="en-US" dirty="0"/>
          </a:p>
          <a:p>
            <a:r>
              <a:rPr lang="en-US" dirty="0"/>
              <a:t>Second bullet goes here</a:t>
            </a:r>
            <a:endParaRPr lang="en-US" dirty="0"/>
          </a:p>
          <a:p>
            <a:r>
              <a:rPr lang="en-US" dirty="0"/>
              <a:t>Third bullet goes here</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5" name="Title"/>
          <p:cNvSpPr txBox="1">
            <a:spLocks noGrp="1"/>
          </p:cNvSpPr>
          <p:nvPr>
            <p:ph type="body" sz="quarter" idx="25" hasCustomPrompt="1"/>
          </p:nvPr>
        </p:nvSpPr>
        <p:spPr>
          <a:xfrm>
            <a:off x="761586" y="520295"/>
            <a:ext cx="4220550" cy="430887"/>
          </a:xfrm>
          <a:prstGeom prst="rect">
            <a:avLst/>
          </a:prstGeom>
        </p:spPr>
        <p:txBody>
          <a:bodyPr wrap="square">
            <a:spAutoFit/>
          </a:bodyPr>
          <a:lstStyle>
            <a:lvl1pPr marL="0" indent="0" defTabSz="1219200">
              <a:lnSpc>
                <a:spcPct val="100000"/>
              </a:lnSpc>
              <a:buFontTx/>
              <a:buNone/>
              <a:defRPr sz="3300" b="1" i="0" baseline="8000">
                <a:solidFill>
                  <a:srgbClr val="232F3F"/>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Title</a:t>
            </a:r>
            <a:endParaRPr dirty="0"/>
          </a:p>
        </p:txBody>
      </p:sp>
      <p:sp>
        <p:nvSpPr>
          <p:cNvPr id="17" name="—"/>
          <p:cNvSpPr txBox="1">
            <a:spLocks noGrp="1"/>
          </p:cNvSpPr>
          <p:nvPr>
            <p:ph type="body" sz="quarter" idx="23" hasCustomPrompt="1"/>
          </p:nvPr>
        </p:nvSpPr>
        <p:spPr>
          <a:xfrm>
            <a:off x="749805" y="201310"/>
            <a:ext cx="654066" cy="313932"/>
          </a:xfrm>
          <a:prstGeom prst="rect">
            <a:avLst/>
          </a:prstGeom>
        </p:spPr>
        <p:txBody>
          <a:bodyPr anchor="ctr">
            <a:spAutoFit/>
          </a:bodyPr>
          <a:lstStyle>
            <a:lvl1pPr marL="0" indent="0" defTabSz="1219200">
              <a:buFontTx/>
              <a:buNone/>
              <a:defRPr sz="1600" b="1" i="0">
                <a:solidFill>
                  <a:srgbClr val="FF5A00"/>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a:t>
            </a:r>
            <a:endParaRPr dirty="0"/>
          </a:p>
        </p:txBody>
      </p:sp>
      <p:sp>
        <p:nvSpPr>
          <p:cNvPr id="6" name="Text Placeholder 3"/>
          <p:cNvSpPr>
            <a:spLocks noGrp="1"/>
          </p:cNvSpPr>
          <p:nvPr>
            <p:ph type="body" sz="quarter" idx="26" hasCustomPrompt="1"/>
          </p:nvPr>
        </p:nvSpPr>
        <p:spPr>
          <a:xfrm>
            <a:off x="1140633" y="315023"/>
            <a:ext cx="9594057" cy="132466"/>
          </a:xfrm>
          <a:prstGeom prst="rect">
            <a:avLst/>
          </a:prstGeom>
        </p:spPr>
        <p:txBody>
          <a:bodyPr rIns="0"/>
          <a:lstStyle>
            <a:lvl1pPr marL="0" indent="0" algn="l">
              <a:buNone/>
              <a:defRPr sz="400" b="0" i="0">
                <a:solidFill>
                  <a:srgbClr val="B5B5B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Divide White 1">
    <p:spTree>
      <p:nvGrpSpPr>
        <p:cNvPr id="1" name=""/>
        <p:cNvGrpSpPr/>
        <p:nvPr/>
      </p:nvGrpSpPr>
      <p:grpSpPr>
        <a:xfrm>
          <a:off x="0" y="0"/>
          <a:ext cx="0" cy="0"/>
          <a:chOff x="0" y="0"/>
          <a:chExt cx="0" cy="0"/>
        </a:xfrm>
      </p:grpSpPr>
      <p:pic>
        <p:nvPicPr>
          <p:cNvPr id="4" name="Picture 3" descr="A picture containing electronics&#10;&#10;Description automatically generated"/>
          <p:cNvPicPr>
            <a:picLocks noChangeAspect="1"/>
          </p:cNvPicPr>
          <p:nvPr userDrawn="1"/>
        </p:nvPicPr>
        <p:blipFill>
          <a:blip r:embed="rId2"/>
          <a:stretch>
            <a:fillRect/>
          </a:stretch>
        </p:blipFill>
        <p:spPr>
          <a:xfrm>
            <a:off x="793" y="0"/>
            <a:ext cx="12190413" cy="6858000"/>
          </a:xfrm>
          <a:prstGeom prst="rect">
            <a:avLst/>
          </a:prstGeom>
        </p:spPr>
      </p:pic>
      <p:sp>
        <p:nvSpPr>
          <p:cNvPr id="12" name="Text Placeholder 11"/>
          <p:cNvSpPr>
            <a:spLocks noGrp="1"/>
          </p:cNvSpPr>
          <p:nvPr>
            <p:ph type="body" sz="quarter" idx="11" hasCustomPrompt="1"/>
          </p:nvPr>
        </p:nvSpPr>
        <p:spPr>
          <a:xfrm>
            <a:off x="1074739" y="2456994"/>
            <a:ext cx="5289138" cy="1487488"/>
          </a:xfrm>
          <a:prstGeom prst="rect">
            <a:avLst/>
          </a:prstGeom>
        </p:spPr>
        <p:txBody>
          <a:bodyPr/>
          <a:lstStyle>
            <a:lvl1pPr marL="0" indent="0">
              <a:buFontTx/>
              <a:buNone/>
              <a:defRPr sz="7995"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a:t>
            </a:r>
            <a:br>
              <a:rPr lang="en-US" dirty="0"/>
            </a:br>
            <a:r>
              <a:rPr lang="en-US" dirty="0"/>
              <a:t>Title.</a:t>
            </a:r>
            <a:endParaRPr lang="en-US" dirty="0"/>
          </a:p>
        </p:txBody>
      </p:sp>
      <p:grpSp>
        <p:nvGrpSpPr>
          <p:cNvPr id="2" name="Group 1"/>
          <p:cNvGrpSpPr/>
          <p:nvPr userDrawn="1"/>
        </p:nvGrpSpPr>
        <p:grpSpPr>
          <a:xfrm>
            <a:off x="2377129" y="1"/>
            <a:ext cx="3986747" cy="1663978"/>
            <a:chOff x="4754878" y="1360450"/>
            <a:chExt cx="7974532" cy="3327956"/>
          </a:xfrm>
        </p:grpSpPr>
        <p:grpSp>
          <p:nvGrpSpPr>
            <p:cNvPr id="5" name="Group 4"/>
            <p:cNvGrpSpPr/>
            <p:nvPr userDrawn="1"/>
          </p:nvGrpSpPr>
          <p:grpSpPr>
            <a:xfrm>
              <a:off x="4754879" y="1360450"/>
              <a:ext cx="7974531" cy="3175632"/>
              <a:chOff x="15641711" y="8112757"/>
              <a:chExt cx="6707252" cy="3164919"/>
            </a:xfrm>
          </p:grpSpPr>
          <p:cxnSp>
            <p:nvCxnSpPr>
              <p:cNvPr id="6" name="Straight Connector 5"/>
              <p:cNvCxnSpPr/>
              <p:nvPr userDrawn="1"/>
            </p:nvCxnSpPr>
            <p:spPr>
              <a:xfrm>
                <a:off x="22348844" y="8112757"/>
                <a:ext cx="0" cy="2479043"/>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userDrawn="1"/>
            </p:nvGrpSpPr>
            <p:grpSpPr>
              <a:xfrm>
                <a:off x="15641711" y="9874104"/>
                <a:ext cx="6707252" cy="1403572"/>
                <a:chOff x="15641711" y="9874104"/>
                <a:chExt cx="6707252" cy="1403572"/>
              </a:xfrm>
            </p:grpSpPr>
            <p:sp>
              <p:nvSpPr>
                <p:cNvPr id="8" name="Arc 7"/>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9" name="Straight Connector 8"/>
                <p:cNvCxnSpPr/>
                <p:nvPr userDrawn="1"/>
              </p:nvCxnSpPr>
              <p:spPr>
                <a:xfrm>
                  <a:off x="15641711" y="11277676"/>
                  <a:ext cx="6005502"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sp>
          <p:nvSpPr>
            <p:cNvPr id="10" name="Oval 9"/>
            <p:cNvSpPr/>
            <p:nvPr userDrawn="1"/>
          </p:nvSpPr>
          <p:spPr>
            <a:xfrm>
              <a:off x="4754878" y="4383606"/>
              <a:ext cx="304840" cy="304800"/>
            </a:xfrm>
            <a:prstGeom prst="ellipse">
              <a:avLst/>
            </a:prstGeom>
            <a:solidFill>
              <a:srgbClr val="232F3E"/>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19" name="Text Placeholder 11"/>
          <p:cNvSpPr>
            <a:spLocks noGrp="1"/>
          </p:cNvSpPr>
          <p:nvPr>
            <p:ph type="body" sz="quarter" idx="27" hasCustomPrompt="1"/>
          </p:nvPr>
        </p:nvSpPr>
        <p:spPr>
          <a:xfrm>
            <a:off x="1074739" y="1346696"/>
            <a:ext cx="1302391" cy="631825"/>
          </a:xfrm>
          <a:prstGeom prst="rect">
            <a:avLst/>
          </a:prstGeom>
        </p:spPr>
        <p:txBody>
          <a:bodyPr/>
          <a:lstStyle>
            <a:lvl1pPr marL="0" indent="0">
              <a:buFontTx/>
              <a:buNone/>
              <a:defRPr sz="3750" b="1" i="0">
                <a:solidFill>
                  <a:srgbClr val="FF5A00"/>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XX</a:t>
            </a:r>
            <a:endParaRPr lang="en-US" dirty="0"/>
          </a:p>
        </p:txBody>
      </p:sp>
      <p:sp>
        <p:nvSpPr>
          <p:cNvPr id="11" name="Title"/>
          <p:cNvSpPr txBox="1">
            <a:spLocks noGrp="1"/>
          </p:cNvSpPr>
          <p:nvPr>
            <p:ph type="body" sz="quarter" idx="28" hasCustomPrompt="1"/>
          </p:nvPr>
        </p:nvSpPr>
        <p:spPr>
          <a:xfrm>
            <a:off x="1074739" y="4987093"/>
            <a:ext cx="3824923" cy="430759"/>
          </a:xfrm>
          <a:prstGeom prst="rect">
            <a:avLst/>
          </a:prstGeom>
        </p:spPr>
        <p:txBody>
          <a:bodyPr>
            <a:spAutoFit/>
          </a:bodyPr>
          <a:lstStyle>
            <a:lvl1pPr marL="0" indent="0" defTabSz="1218565">
              <a:lnSpc>
                <a:spcPct val="100000"/>
              </a:lnSpc>
              <a:buFontTx/>
              <a:buNone/>
              <a:defRPr sz="2200" b="1" i="0" baseline="0">
                <a:solidFill>
                  <a:srgbClr val="FF5A00"/>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Title</a:t>
            </a:r>
            <a:endParaRPr dirty="0"/>
          </a:p>
        </p:txBody>
      </p:sp>
      <p:sp>
        <p:nvSpPr>
          <p:cNvPr id="15" name="Slide Number"/>
          <p:cNvSpPr txBox="1"/>
          <p:nvPr userDrawn="1"/>
        </p:nvSpPr>
        <p:spPr>
          <a:xfrm>
            <a:off x="241727" y="6467940"/>
            <a:ext cx="185923"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E"/>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rgbClr val="232F3E"/>
              </a:solidFill>
              <a:effectLst/>
              <a:uLnTx/>
              <a:uFillTx/>
              <a:latin typeface="Amazon Ember"/>
              <a:ea typeface="Amazon Ember"/>
              <a:cs typeface="Amazon Ember"/>
              <a:sym typeface="Amazon Ember"/>
            </a:endParaRPr>
          </a:p>
        </p:txBody>
      </p:sp>
      <p:sp>
        <p:nvSpPr>
          <p:cNvPr id="16" name="Amazon Confidential"/>
          <p:cNvSpPr txBox="1"/>
          <p:nvPr userDrawn="1"/>
        </p:nvSpPr>
        <p:spPr>
          <a:xfrm>
            <a:off x="10232972" y="6442240"/>
            <a:ext cx="1616557"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p:cNvSpPr txBox="1">
            <a:spLocks noGrp="1"/>
          </p:cNvSpPr>
          <p:nvPr>
            <p:ph type="body" sz="quarter" idx="25" hasCustomPrompt="1"/>
          </p:nvPr>
        </p:nvSpPr>
        <p:spPr>
          <a:xfrm>
            <a:off x="749804" y="520295"/>
            <a:ext cx="3824923" cy="430887"/>
          </a:xfrm>
          <a:prstGeom prst="rect">
            <a:avLst/>
          </a:prstGeom>
        </p:spPr>
        <p:txBody>
          <a:bodyPr>
            <a:spAutoFit/>
          </a:bodyPr>
          <a:lstStyle>
            <a:lvl1pPr marL="0" indent="0" defTabSz="1219200">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Title</a:t>
            </a:r>
            <a:endParaRPr dirty="0"/>
          </a:p>
        </p:txBody>
      </p:sp>
      <p:sp>
        <p:nvSpPr>
          <p:cNvPr id="9" name="—"/>
          <p:cNvSpPr txBox="1">
            <a:spLocks noGrp="1"/>
          </p:cNvSpPr>
          <p:nvPr>
            <p:ph type="body" sz="quarter" idx="23" hasCustomPrompt="1"/>
          </p:nvPr>
        </p:nvSpPr>
        <p:spPr>
          <a:xfrm>
            <a:off x="749804" y="201310"/>
            <a:ext cx="654066" cy="313932"/>
          </a:xfrm>
          <a:prstGeom prst="rect">
            <a:avLst/>
          </a:prstGeom>
        </p:spPr>
        <p:txBody>
          <a:bodyPr anchor="ctr">
            <a:spAutoFit/>
          </a:bodyPr>
          <a:lstStyle>
            <a:lvl1pPr marL="0" indent="0" defTabSz="1219200">
              <a:buFontTx/>
              <a:buNone/>
              <a:defRPr sz="1600" b="1"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dirty="0"/>
              <a:t>—</a:t>
            </a:r>
            <a:endParaRPr dirty="0"/>
          </a:p>
        </p:txBody>
      </p:sp>
      <p:sp>
        <p:nvSpPr>
          <p:cNvPr id="10" name="Text Placeholder 3"/>
          <p:cNvSpPr>
            <a:spLocks noGrp="1"/>
          </p:cNvSpPr>
          <p:nvPr>
            <p:ph type="body" sz="quarter" idx="24"/>
          </p:nvPr>
        </p:nvSpPr>
        <p:spPr>
          <a:xfrm>
            <a:off x="761207"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8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44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Click to edit Master text styles</a:t>
            </a:r>
            <a:endParaRPr lang="en-US" dirty="0"/>
          </a:p>
        </p:txBody>
      </p:sp>
      <p:sp>
        <p:nvSpPr>
          <p:cNvPr id="8"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1" name="Vertical Text Placeholder 2"/>
          <p:cNvSpPr>
            <a:spLocks noGrp="1"/>
          </p:cNvSpPr>
          <p:nvPr>
            <p:ph type="body" orient="vert" sz="quarter" idx="26" hasCustomPrompt="1"/>
          </p:nvPr>
        </p:nvSpPr>
        <p:spPr>
          <a:xfrm rot="10800000">
            <a:off x="200893" y="316523"/>
            <a:ext cx="183258" cy="1515579"/>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Image with Text">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9" name="Picture Placeholder 8"/>
          <p:cNvSpPr>
            <a:spLocks noGrp="1"/>
          </p:cNvSpPr>
          <p:nvPr>
            <p:ph type="pic" sz="quarter" idx="26"/>
          </p:nvPr>
        </p:nvSpPr>
        <p:spPr>
          <a:xfrm>
            <a:off x="6096001" y="735982"/>
            <a:ext cx="4720683" cy="5163015"/>
          </a:xfrm>
          <a:prstGeom prst="roundRect">
            <a:avLst>
              <a:gd name="adj" fmla="val 25195"/>
            </a:avLst>
          </a:prstGeom>
        </p:spPr>
        <p:txBody>
          <a:bodyPr/>
          <a:lstStyle/>
          <a:p>
            <a:endParaRPr lang="en-US"/>
          </a:p>
        </p:txBody>
      </p:sp>
      <p:sp>
        <p:nvSpPr>
          <p:cNvPr id="7"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11" name="Picture 10"/>
          <p:cNvPicPr>
            <a:picLocks noChangeAspect="1"/>
          </p:cNvPicPr>
          <p:nvPr userDrawn="1"/>
        </p:nvPicPr>
        <p:blipFill rotWithShape="1">
          <a:blip r:embed="rId2" cstate="print"/>
          <a:srcRect b="-26"/>
          <a:stretch>
            <a:fillRect/>
          </a:stretch>
        </p:blipFill>
        <p:spPr>
          <a:xfrm>
            <a:off x="6071388" y="0"/>
            <a:ext cx="4805455" cy="406113"/>
          </a:xfrm>
          <a:prstGeom prst="rect">
            <a:avLst/>
          </a:prstGeom>
        </p:spPr>
      </p:pic>
      <p:pic>
        <p:nvPicPr>
          <p:cNvPr id="12" name="Picture 11"/>
          <p:cNvPicPr>
            <a:picLocks noChangeAspect="1"/>
          </p:cNvPicPr>
          <p:nvPr userDrawn="1"/>
        </p:nvPicPr>
        <p:blipFill rotWithShape="1">
          <a:blip r:embed="rId3" cstate="print"/>
          <a:srcRect b="-26"/>
          <a:stretch>
            <a:fillRect/>
          </a:stretch>
        </p:blipFill>
        <p:spPr>
          <a:xfrm>
            <a:off x="11254475" y="0"/>
            <a:ext cx="937526" cy="406113"/>
          </a:xfrm>
          <a:prstGeom prst="rect">
            <a:avLst/>
          </a:prstGeom>
        </p:spPr>
      </p:pic>
      <p:pic>
        <p:nvPicPr>
          <p:cNvPr id="13" name="Picture 12"/>
          <p:cNvPicPr>
            <a:picLocks noChangeAspect="1"/>
          </p:cNvPicPr>
          <p:nvPr userDrawn="1"/>
        </p:nvPicPr>
        <p:blipFill rotWithShape="1">
          <a:blip r:embed="rId4" cstate="print"/>
          <a:srcRect t="-347" b="-2"/>
          <a:stretch>
            <a:fillRect/>
          </a:stretch>
        </p:blipFill>
        <p:spPr>
          <a:xfrm>
            <a:off x="11254475" y="679900"/>
            <a:ext cx="937526" cy="5263085"/>
          </a:xfrm>
          <a:prstGeom prst="rect">
            <a:avLst/>
          </a:prstGeom>
        </p:spPr>
      </p:pic>
      <p:sp>
        <p:nvSpPr>
          <p:cNvPr id="14"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10" name="Title"/>
          <p:cNvSpPr txBox="1">
            <a:spLocks noGrp="1"/>
          </p:cNvSpPr>
          <p:nvPr>
            <p:ph type="body" sz="quarter" idx="28" hasCustomPrompt="1"/>
          </p:nvPr>
        </p:nvSpPr>
        <p:spPr>
          <a:xfrm>
            <a:off x="749804" y="4143382"/>
            <a:ext cx="3824923" cy="338554"/>
          </a:xfrm>
          <a:prstGeom prst="rect">
            <a:avLst/>
          </a:prstGeom>
        </p:spPr>
        <p:txBody>
          <a:bodyPr>
            <a:spAutoFit/>
          </a:bodyPr>
          <a:lstStyle>
            <a:lvl1pPr marL="0" marR="0" indent="0" algn="l" defTabSz="1217930" rtl="0" eaLnBrk="1" fontAlgn="auto" latinLnBrk="0" hangingPunct="1">
              <a:lnSpc>
                <a:spcPct val="100000"/>
              </a:lnSpc>
              <a:spcBef>
                <a:spcPts val="500"/>
              </a:spcBef>
              <a:spcAft>
                <a:spcPts val="0"/>
              </a:spcAft>
              <a:buClrTx/>
              <a:buSzTx/>
              <a:buFontTx/>
              <a:buNone/>
              <a:defRPr sz="16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marL="0" marR="0" lvl="0" indent="0" algn="l" defTabSz="1217930" rtl="0" eaLnBrk="1" fontAlgn="auto" latinLnBrk="0" hangingPunct="1">
              <a:lnSpc>
                <a:spcPct val="100000"/>
              </a:lnSpc>
              <a:spcBef>
                <a:spcPts val="500"/>
              </a:spcBef>
              <a:spcAft>
                <a:spcPts val="0"/>
              </a:spcAft>
              <a:buClrTx/>
              <a:buSzTx/>
              <a:buFontTx/>
              <a:buNone/>
              <a:defRPr/>
            </a:pPr>
            <a:r>
              <a:rPr lang="en-US" dirty="0"/>
              <a:t>Heading goes here</a:t>
            </a:r>
            <a:endParaRPr dirty="0"/>
          </a:p>
        </p:txBody>
      </p:sp>
      <p:sp>
        <p:nvSpPr>
          <p:cNvPr id="16" name="Text Placeholder 3"/>
          <p:cNvSpPr>
            <a:spLocks noGrp="1"/>
          </p:cNvSpPr>
          <p:nvPr>
            <p:ph type="body" sz="quarter" idx="29" hasCustomPrompt="1"/>
          </p:nvPr>
        </p:nvSpPr>
        <p:spPr>
          <a:xfrm>
            <a:off x="761208" y="4663098"/>
            <a:ext cx="3813519" cy="584994"/>
          </a:xfrm>
          <a:prstGeom prst="rect">
            <a:avLst/>
          </a:prstGeom>
        </p:spPr>
        <p:txBody>
          <a:bodyPr/>
          <a:lstStyle>
            <a:lvl1pPr marL="0" indent="0" defTabSz="456565">
              <a:lnSpc>
                <a:spcPct val="12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marL="0" indent="0" defTabSz="913765">
              <a:lnSpc>
                <a:spcPct val="120000"/>
              </a:lnSpc>
              <a:buNone/>
              <a:defRPr/>
            </a:pP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t>
            </a:r>
            <a:b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ex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ea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commodo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consequat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 </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2_Title Slide">
    <p:spTree>
      <p:nvGrpSpPr>
        <p:cNvPr id="1" name=""/>
        <p:cNvGrpSpPr/>
        <p:nvPr/>
      </p:nvGrpSpPr>
      <p:grpSpPr>
        <a:xfrm>
          <a:off x="0" y="0"/>
          <a:ext cx="0" cy="0"/>
          <a:chOff x="0" y="0"/>
          <a:chExt cx="0" cy="0"/>
        </a:xfrm>
      </p:grpSpPr>
      <p:sp>
        <p:nvSpPr>
          <p:cNvPr id="7" name="Picture Placeholder 8"/>
          <p:cNvSpPr>
            <a:spLocks noGrp="1"/>
          </p:cNvSpPr>
          <p:nvPr>
            <p:ph type="pic" sz="quarter" idx="15"/>
          </p:nvPr>
        </p:nvSpPr>
        <p:spPr>
          <a:xfrm>
            <a:off x="6096000" y="-15240"/>
            <a:ext cx="6085840" cy="688848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dirty="0"/>
          </a:p>
        </p:txBody>
      </p:sp>
      <p:sp>
        <p:nvSpPr>
          <p:cNvPr id="3" name="Slide Number Placeholder 5"/>
          <p:cNvSpPr>
            <a:spLocks noGrp="1"/>
          </p:cNvSpPr>
          <p:nvPr>
            <p:ph type="sldNum" sz="quarter" idx="12"/>
          </p:nvPr>
        </p:nvSpPr>
        <p:spPr>
          <a:xfrm>
            <a:off x="11251933" y="6362701"/>
            <a:ext cx="441591" cy="317232"/>
          </a:xfrm>
          <a:prstGeom prst="rect">
            <a:avLst/>
          </a:prstGeom>
        </p:spPr>
        <p:txBody>
          <a:bodyPr lIns="0" tIns="0" rIns="0" bIns="0" anchor="t"/>
          <a:lstStyle>
            <a:lvl1pPr algn="r">
              <a:defRPr sz="800" b="0" i="0">
                <a:latin typeface="Amazon Ember" panose="020B0603020204020204" pitchFamily="34" charset="0"/>
                <a:ea typeface="Amazon Ember" panose="020B0603020204020204" pitchFamily="34" charset="0"/>
                <a:cs typeface="Amazon Ember" panose="020B0603020204020204" pitchFamily="34" charset="0"/>
              </a:defRPr>
            </a:lvl1pPr>
          </a:lstStyle>
          <a:p>
            <a:fld id="{CE1F67FE-0CB6-2B4F-B4CC-161E730F569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04_Content_Headline+Subhead">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998D90"/>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kinny: SPECIAL image bg + 3 col">
  <p:cSld name="Skinny: SPECIAL image bg + 3 col">
    <p:bg>
      <p:bgPr>
        <a:solidFill>
          <a:schemeClr val="dk1"/>
        </a:solidFill>
        <a:effectLst/>
      </p:bgPr>
    </p:bg>
    <p:spTree>
      <p:nvGrpSpPr>
        <p:cNvPr id="1" name="Shape 183"/>
        <p:cNvGrpSpPr/>
        <p:nvPr/>
      </p:nvGrpSpPr>
      <p:grpSpPr>
        <a:xfrm>
          <a:off x="0" y="0"/>
          <a:ext cx="0" cy="0"/>
          <a:chOff x="0" y="0"/>
          <a:chExt cx="0" cy="0"/>
        </a:xfrm>
      </p:grpSpPr>
      <p:pic>
        <p:nvPicPr>
          <p:cNvPr id="184" name="Google Shape;184;p27"/>
          <p:cNvPicPr preferRelativeResize="0"/>
          <p:nvPr/>
        </p:nvPicPr>
        <p:blipFill rotWithShape="1">
          <a:blip r:embed="rId2"/>
          <a:srcRect/>
          <a:stretch>
            <a:fillRect/>
          </a:stretch>
        </p:blipFill>
        <p:spPr>
          <a:xfrm>
            <a:off x="801665" y="6488134"/>
            <a:ext cx="986425" cy="164404"/>
          </a:xfrm>
          <a:prstGeom prst="rect">
            <a:avLst/>
          </a:prstGeom>
          <a:noFill/>
          <a:ln>
            <a:noFill/>
          </a:ln>
        </p:spPr>
      </p:pic>
      <p:sp>
        <p:nvSpPr>
          <p:cNvPr id="185" name="Google Shape;185;p27"/>
          <p:cNvSpPr/>
          <p:nvPr/>
        </p:nvSpPr>
        <p:spPr>
          <a:xfrm>
            <a:off x="3416405" y="2"/>
            <a:ext cx="2810775" cy="685799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000"/>
              <a:buFont typeface="Arial" panose="020B0604020202020204"/>
              <a:buNone/>
            </a:pPr>
            <a:endParaRPr sz="6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6" name="Google Shape;186;p27"/>
          <p:cNvSpPr txBox="1">
            <a:spLocks noGrp="1"/>
          </p:cNvSpPr>
          <p:nvPr>
            <p:ph type="body" idx="1"/>
          </p:nvPr>
        </p:nvSpPr>
        <p:spPr>
          <a:xfrm>
            <a:off x="3581406" y="2554931"/>
            <a:ext cx="2321684" cy="3510203"/>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1500"/>
              <a:buFont typeface="Arial" panose="020B0604020202020204"/>
              <a:buNone/>
              <a:defRPr sz="1200"/>
            </a:lvl1pPr>
            <a:lvl2pPr marL="914400" lvl="1" indent="-371475" algn="l">
              <a:lnSpc>
                <a:spcPct val="100000"/>
              </a:lnSpc>
              <a:spcBef>
                <a:spcPts val="600"/>
              </a:spcBef>
              <a:spcAft>
                <a:spcPts val="0"/>
              </a:spcAft>
              <a:buClr>
                <a:srgbClr val="000000"/>
              </a:buClr>
              <a:buSzPts val="2250"/>
              <a:buFont typeface="Arial" panose="020B0604020202020204"/>
              <a:buChar char="•"/>
              <a:defRPr/>
            </a:lvl2pPr>
            <a:lvl3pPr marL="1371600" lvl="2" indent="-371475" algn="l">
              <a:lnSpc>
                <a:spcPct val="100000"/>
              </a:lnSpc>
              <a:spcBef>
                <a:spcPts val="600"/>
              </a:spcBef>
              <a:spcAft>
                <a:spcPts val="0"/>
              </a:spcAft>
              <a:buClr>
                <a:srgbClr val="000000"/>
              </a:buClr>
              <a:buSzPts val="2250"/>
              <a:buFont typeface="Arial" panose="020B0604020202020204"/>
              <a:buChar char="•"/>
              <a:defRPr/>
            </a:lvl3pPr>
            <a:lvl4pPr marL="1828800" lvl="3" indent="-371475" algn="l">
              <a:lnSpc>
                <a:spcPct val="100000"/>
              </a:lnSpc>
              <a:spcBef>
                <a:spcPts val="600"/>
              </a:spcBef>
              <a:spcAft>
                <a:spcPts val="0"/>
              </a:spcAft>
              <a:buClr>
                <a:srgbClr val="000000"/>
              </a:buClr>
              <a:buSzPts val="2250"/>
              <a:buFont typeface="Arial" panose="020B0604020202020204"/>
              <a:buChar char="•"/>
              <a:defRPr/>
            </a:lvl4pPr>
            <a:lvl5pPr marL="2286000" lvl="4" indent="-371475" algn="l">
              <a:lnSpc>
                <a:spcPct val="100000"/>
              </a:lnSpc>
              <a:spcBef>
                <a:spcPts val="600"/>
              </a:spcBef>
              <a:spcAft>
                <a:spcPts val="0"/>
              </a:spcAft>
              <a:buClr>
                <a:srgbClr val="000000"/>
              </a:buClr>
              <a:buSzPts val="2250"/>
              <a:buFont typeface="Arial" panose="020B0604020202020204"/>
              <a:buChar char="•"/>
              <a:defRPr/>
            </a:lvl5pPr>
            <a:lvl6pPr marL="2743200" lvl="5" indent="-371475" algn="l">
              <a:lnSpc>
                <a:spcPct val="100000"/>
              </a:lnSpc>
              <a:spcBef>
                <a:spcPts val="2950"/>
              </a:spcBef>
              <a:spcAft>
                <a:spcPts val="0"/>
              </a:spcAft>
              <a:buClr>
                <a:srgbClr val="000000"/>
              </a:buClr>
              <a:buSzPts val="2250"/>
              <a:buFont typeface="Arial" panose="020B0604020202020204"/>
              <a:buChar char="•"/>
              <a:defRPr/>
            </a:lvl6pPr>
            <a:lvl7pPr marL="3200400" lvl="6" indent="-371475" algn="l">
              <a:lnSpc>
                <a:spcPct val="100000"/>
              </a:lnSpc>
              <a:spcBef>
                <a:spcPts val="2950"/>
              </a:spcBef>
              <a:spcAft>
                <a:spcPts val="0"/>
              </a:spcAft>
              <a:buClr>
                <a:srgbClr val="000000"/>
              </a:buClr>
              <a:buSzPts val="2250"/>
              <a:buFont typeface="Arial" panose="020B0604020202020204"/>
              <a:buChar char="•"/>
              <a:defRPr/>
            </a:lvl7pPr>
            <a:lvl8pPr marL="3657600" lvl="7" indent="-371475" algn="l">
              <a:lnSpc>
                <a:spcPct val="100000"/>
              </a:lnSpc>
              <a:spcBef>
                <a:spcPts val="2950"/>
              </a:spcBef>
              <a:spcAft>
                <a:spcPts val="0"/>
              </a:spcAft>
              <a:buClr>
                <a:srgbClr val="000000"/>
              </a:buClr>
              <a:buSzPts val="2250"/>
              <a:buFont typeface="Arial" panose="020B0604020202020204"/>
              <a:buChar char="•"/>
              <a:defRPr/>
            </a:lvl8pPr>
            <a:lvl9pPr marL="4114800" lvl="8" indent="-371475" algn="l">
              <a:lnSpc>
                <a:spcPct val="100000"/>
              </a:lnSpc>
              <a:spcBef>
                <a:spcPts val="2950"/>
              </a:spcBef>
              <a:spcAft>
                <a:spcPts val="0"/>
              </a:spcAft>
              <a:buClr>
                <a:srgbClr val="000000"/>
              </a:buClr>
              <a:buSzPts val="2250"/>
              <a:buFont typeface="Arial" panose="020B0604020202020204"/>
              <a:buChar char="•"/>
              <a:defRPr/>
            </a:lvl9pPr>
          </a:lstStyle>
          <a:p/>
        </p:txBody>
      </p:sp>
      <p:sp>
        <p:nvSpPr>
          <p:cNvPr id="187" name="Google Shape;187;p27"/>
          <p:cNvSpPr txBox="1">
            <a:spLocks noGrp="1"/>
          </p:cNvSpPr>
          <p:nvPr>
            <p:ph type="body" idx="2"/>
          </p:nvPr>
        </p:nvSpPr>
        <p:spPr>
          <a:xfrm>
            <a:off x="3581405" y="1492996"/>
            <a:ext cx="2310110" cy="3937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3000"/>
              <a:buFont typeface="Arial" panose="020B0604020202020204"/>
              <a:buNone/>
              <a:defRPr b="1"/>
            </a:lvl1pPr>
            <a:lvl2pPr marL="914400" lvl="1" indent="-371475" algn="l">
              <a:lnSpc>
                <a:spcPct val="100000"/>
              </a:lnSpc>
              <a:spcBef>
                <a:spcPts val="0"/>
              </a:spcBef>
              <a:spcAft>
                <a:spcPts val="0"/>
              </a:spcAft>
              <a:buClr>
                <a:srgbClr val="000000"/>
              </a:buClr>
              <a:buSzPts val="2250"/>
              <a:buFont typeface="Arial" panose="020B0604020202020204"/>
              <a:buChar char="•"/>
              <a:defRPr/>
            </a:lvl2pPr>
            <a:lvl3pPr marL="1371600" lvl="2" indent="-371475" algn="l">
              <a:lnSpc>
                <a:spcPct val="100000"/>
              </a:lnSpc>
              <a:spcBef>
                <a:spcPts val="600"/>
              </a:spcBef>
              <a:spcAft>
                <a:spcPts val="0"/>
              </a:spcAft>
              <a:buClr>
                <a:srgbClr val="000000"/>
              </a:buClr>
              <a:buSzPts val="2250"/>
              <a:buFont typeface="Arial" panose="020B0604020202020204"/>
              <a:buChar char="•"/>
              <a:defRPr/>
            </a:lvl3pPr>
            <a:lvl4pPr marL="1828800" lvl="3" indent="-371475" algn="l">
              <a:lnSpc>
                <a:spcPct val="100000"/>
              </a:lnSpc>
              <a:spcBef>
                <a:spcPts val="600"/>
              </a:spcBef>
              <a:spcAft>
                <a:spcPts val="0"/>
              </a:spcAft>
              <a:buClr>
                <a:srgbClr val="000000"/>
              </a:buClr>
              <a:buSzPts val="2250"/>
              <a:buFont typeface="Arial" panose="020B0604020202020204"/>
              <a:buChar char="•"/>
              <a:defRPr/>
            </a:lvl4pPr>
            <a:lvl5pPr marL="2286000" lvl="4" indent="-371475" algn="l">
              <a:lnSpc>
                <a:spcPct val="100000"/>
              </a:lnSpc>
              <a:spcBef>
                <a:spcPts val="600"/>
              </a:spcBef>
              <a:spcAft>
                <a:spcPts val="0"/>
              </a:spcAft>
              <a:buClr>
                <a:srgbClr val="000000"/>
              </a:buClr>
              <a:buSzPts val="2250"/>
              <a:buFont typeface="Arial" panose="020B0604020202020204"/>
              <a:buChar char="•"/>
              <a:defRPr/>
            </a:lvl5pPr>
            <a:lvl6pPr marL="2743200" lvl="5" indent="-371475" algn="l">
              <a:lnSpc>
                <a:spcPct val="100000"/>
              </a:lnSpc>
              <a:spcBef>
                <a:spcPts val="2950"/>
              </a:spcBef>
              <a:spcAft>
                <a:spcPts val="0"/>
              </a:spcAft>
              <a:buClr>
                <a:srgbClr val="000000"/>
              </a:buClr>
              <a:buSzPts val="2250"/>
              <a:buFont typeface="Arial" panose="020B0604020202020204"/>
              <a:buChar char="•"/>
              <a:defRPr/>
            </a:lvl6pPr>
            <a:lvl7pPr marL="3200400" lvl="6" indent="-371475" algn="l">
              <a:lnSpc>
                <a:spcPct val="100000"/>
              </a:lnSpc>
              <a:spcBef>
                <a:spcPts val="2950"/>
              </a:spcBef>
              <a:spcAft>
                <a:spcPts val="0"/>
              </a:spcAft>
              <a:buClr>
                <a:srgbClr val="000000"/>
              </a:buClr>
              <a:buSzPts val="2250"/>
              <a:buFont typeface="Arial" panose="020B0604020202020204"/>
              <a:buChar char="•"/>
              <a:defRPr/>
            </a:lvl7pPr>
            <a:lvl8pPr marL="3657600" lvl="7" indent="-371475" algn="l">
              <a:lnSpc>
                <a:spcPct val="100000"/>
              </a:lnSpc>
              <a:spcBef>
                <a:spcPts val="2950"/>
              </a:spcBef>
              <a:spcAft>
                <a:spcPts val="0"/>
              </a:spcAft>
              <a:buClr>
                <a:srgbClr val="000000"/>
              </a:buClr>
              <a:buSzPts val="2250"/>
              <a:buFont typeface="Arial" panose="020B0604020202020204"/>
              <a:buChar char="•"/>
              <a:defRPr/>
            </a:lvl8pPr>
            <a:lvl9pPr marL="4114800" lvl="8" indent="-371475" algn="l">
              <a:lnSpc>
                <a:spcPct val="100000"/>
              </a:lnSpc>
              <a:spcBef>
                <a:spcPts val="2950"/>
              </a:spcBef>
              <a:spcAft>
                <a:spcPts val="0"/>
              </a:spcAft>
              <a:buClr>
                <a:srgbClr val="000000"/>
              </a:buClr>
              <a:buSzPts val="2250"/>
              <a:buFont typeface="Arial" panose="020B0604020202020204"/>
              <a:buChar char="•"/>
              <a:defRPr/>
            </a:lvl9pPr>
          </a:lstStyle>
          <a:p/>
        </p:txBody>
      </p:sp>
      <p:sp>
        <p:nvSpPr>
          <p:cNvPr id="188" name="Google Shape;188;p27"/>
          <p:cNvSpPr txBox="1">
            <a:spLocks noGrp="1"/>
          </p:cNvSpPr>
          <p:nvPr>
            <p:ph type="body" idx="3"/>
          </p:nvPr>
        </p:nvSpPr>
        <p:spPr>
          <a:xfrm>
            <a:off x="6514862" y="2564826"/>
            <a:ext cx="2212449" cy="3488733"/>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161517"/>
              </a:buClr>
              <a:buSzPts val="1500"/>
              <a:buFont typeface="Arial" panose="020B0604020202020204"/>
              <a:buNone/>
              <a:defRPr sz="1200">
                <a:solidFill>
                  <a:srgbClr val="161517"/>
                </a:solidFill>
              </a:defRPr>
            </a:lvl1pPr>
            <a:lvl2pPr marL="914400" lvl="1" indent="-371475" algn="l">
              <a:lnSpc>
                <a:spcPct val="100000"/>
              </a:lnSpc>
              <a:spcBef>
                <a:spcPts val="600"/>
              </a:spcBef>
              <a:spcAft>
                <a:spcPts val="0"/>
              </a:spcAft>
              <a:buClr>
                <a:srgbClr val="000000"/>
              </a:buClr>
              <a:buSzPts val="2250"/>
              <a:buFont typeface="Arial" panose="020B0604020202020204"/>
              <a:buChar char="•"/>
              <a:defRPr/>
            </a:lvl2pPr>
            <a:lvl3pPr marL="1371600" lvl="2" indent="-371475" algn="l">
              <a:lnSpc>
                <a:spcPct val="100000"/>
              </a:lnSpc>
              <a:spcBef>
                <a:spcPts val="600"/>
              </a:spcBef>
              <a:spcAft>
                <a:spcPts val="0"/>
              </a:spcAft>
              <a:buClr>
                <a:srgbClr val="000000"/>
              </a:buClr>
              <a:buSzPts val="2250"/>
              <a:buFont typeface="Arial" panose="020B0604020202020204"/>
              <a:buChar char="•"/>
              <a:defRPr/>
            </a:lvl3pPr>
            <a:lvl4pPr marL="1828800" lvl="3" indent="-371475" algn="l">
              <a:lnSpc>
                <a:spcPct val="100000"/>
              </a:lnSpc>
              <a:spcBef>
                <a:spcPts val="600"/>
              </a:spcBef>
              <a:spcAft>
                <a:spcPts val="0"/>
              </a:spcAft>
              <a:buClr>
                <a:srgbClr val="000000"/>
              </a:buClr>
              <a:buSzPts val="2250"/>
              <a:buFont typeface="Arial" panose="020B0604020202020204"/>
              <a:buChar char="•"/>
              <a:defRPr/>
            </a:lvl4pPr>
            <a:lvl5pPr marL="2286000" lvl="4" indent="-371475" algn="l">
              <a:lnSpc>
                <a:spcPct val="100000"/>
              </a:lnSpc>
              <a:spcBef>
                <a:spcPts val="600"/>
              </a:spcBef>
              <a:spcAft>
                <a:spcPts val="0"/>
              </a:spcAft>
              <a:buClr>
                <a:srgbClr val="000000"/>
              </a:buClr>
              <a:buSzPts val="2250"/>
              <a:buFont typeface="Arial" panose="020B0604020202020204"/>
              <a:buChar char="•"/>
              <a:defRPr/>
            </a:lvl5pPr>
            <a:lvl6pPr marL="2743200" lvl="5" indent="-371475" algn="l">
              <a:lnSpc>
                <a:spcPct val="100000"/>
              </a:lnSpc>
              <a:spcBef>
                <a:spcPts val="2950"/>
              </a:spcBef>
              <a:spcAft>
                <a:spcPts val="0"/>
              </a:spcAft>
              <a:buClr>
                <a:srgbClr val="000000"/>
              </a:buClr>
              <a:buSzPts val="2250"/>
              <a:buFont typeface="Arial" panose="020B0604020202020204"/>
              <a:buChar char="•"/>
              <a:defRPr/>
            </a:lvl6pPr>
            <a:lvl7pPr marL="3200400" lvl="6" indent="-371475" algn="l">
              <a:lnSpc>
                <a:spcPct val="100000"/>
              </a:lnSpc>
              <a:spcBef>
                <a:spcPts val="2950"/>
              </a:spcBef>
              <a:spcAft>
                <a:spcPts val="0"/>
              </a:spcAft>
              <a:buClr>
                <a:srgbClr val="000000"/>
              </a:buClr>
              <a:buSzPts val="2250"/>
              <a:buFont typeface="Arial" panose="020B0604020202020204"/>
              <a:buChar char="•"/>
              <a:defRPr/>
            </a:lvl7pPr>
            <a:lvl8pPr marL="3657600" lvl="7" indent="-371475" algn="l">
              <a:lnSpc>
                <a:spcPct val="100000"/>
              </a:lnSpc>
              <a:spcBef>
                <a:spcPts val="2950"/>
              </a:spcBef>
              <a:spcAft>
                <a:spcPts val="0"/>
              </a:spcAft>
              <a:buClr>
                <a:srgbClr val="000000"/>
              </a:buClr>
              <a:buSzPts val="2250"/>
              <a:buFont typeface="Arial" panose="020B0604020202020204"/>
              <a:buChar char="•"/>
              <a:defRPr/>
            </a:lvl8pPr>
            <a:lvl9pPr marL="4114800" lvl="8" indent="-371475" algn="l">
              <a:lnSpc>
                <a:spcPct val="100000"/>
              </a:lnSpc>
              <a:spcBef>
                <a:spcPts val="2950"/>
              </a:spcBef>
              <a:spcAft>
                <a:spcPts val="0"/>
              </a:spcAft>
              <a:buClr>
                <a:srgbClr val="000000"/>
              </a:buClr>
              <a:buSzPts val="2250"/>
              <a:buFont typeface="Arial" panose="020B0604020202020204"/>
              <a:buChar char="•"/>
              <a:defRPr/>
            </a:lvl9pPr>
          </a:lstStyle>
          <a:p/>
        </p:txBody>
      </p:sp>
      <p:sp>
        <p:nvSpPr>
          <p:cNvPr id="189" name="Google Shape;189;p27"/>
          <p:cNvSpPr txBox="1">
            <a:spLocks noGrp="1"/>
          </p:cNvSpPr>
          <p:nvPr>
            <p:ph type="body" idx="4"/>
          </p:nvPr>
        </p:nvSpPr>
        <p:spPr>
          <a:xfrm>
            <a:off x="6491714" y="1502892"/>
            <a:ext cx="2131426" cy="3937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9239FF"/>
              </a:buClr>
              <a:buSzPts val="3000"/>
              <a:buFont typeface="Arial" panose="020B0604020202020204"/>
              <a:buNone/>
              <a:defRPr b="1">
                <a:solidFill>
                  <a:srgbClr val="9239FF"/>
                </a:solidFill>
              </a:defRPr>
            </a:lvl1pPr>
            <a:lvl2pPr marL="914400" lvl="1" indent="-371475" algn="l">
              <a:lnSpc>
                <a:spcPct val="100000"/>
              </a:lnSpc>
              <a:spcBef>
                <a:spcPts val="0"/>
              </a:spcBef>
              <a:spcAft>
                <a:spcPts val="0"/>
              </a:spcAft>
              <a:buClr>
                <a:srgbClr val="000000"/>
              </a:buClr>
              <a:buSzPts val="2250"/>
              <a:buFont typeface="Arial" panose="020B0604020202020204"/>
              <a:buChar char="•"/>
              <a:defRPr/>
            </a:lvl2pPr>
            <a:lvl3pPr marL="1371600" lvl="2" indent="-371475" algn="l">
              <a:lnSpc>
                <a:spcPct val="100000"/>
              </a:lnSpc>
              <a:spcBef>
                <a:spcPts val="600"/>
              </a:spcBef>
              <a:spcAft>
                <a:spcPts val="0"/>
              </a:spcAft>
              <a:buClr>
                <a:srgbClr val="000000"/>
              </a:buClr>
              <a:buSzPts val="2250"/>
              <a:buFont typeface="Arial" panose="020B0604020202020204"/>
              <a:buChar char="•"/>
              <a:defRPr/>
            </a:lvl3pPr>
            <a:lvl4pPr marL="1828800" lvl="3" indent="-371475" algn="l">
              <a:lnSpc>
                <a:spcPct val="100000"/>
              </a:lnSpc>
              <a:spcBef>
                <a:spcPts val="600"/>
              </a:spcBef>
              <a:spcAft>
                <a:spcPts val="0"/>
              </a:spcAft>
              <a:buClr>
                <a:srgbClr val="000000"/>
              </a:buClr>
              <a:buSzPts val="2250"/>
              <a:buFont typeface="Arial" panose="020B0604020202020204"/>
              <a:buChar char="•"/>
              <a:defRPr/>
            </a:lvl4pPr>
            <a:lvl5pPr marL="2286000" lvl="4" indent="-371475" algn="l">
              <a:lnSpc>
                <a:spcPct val="100000"/>
              </a:lnSpc>
              <a:spcBef>
                <a:spcPts val="600"/>
              </a:spcBef>
              <a:spcAft>
                <a:spcPts val="0"/>
              </a:spcAft>
              <a:buClr>
                <a:srgbClr val="000000"/>
              </a:buClr>
              <a:buSzPts val="2250"/>
              <a:buFont typeface="Arial" panose="020B0604020202020204"/>
              <a:buChar char="•"/>
              <a:defRPr/>
            </a:lvl5pPr>
            <a:lvl6pPr marL="2743200" lvl="5" indent="-371475" algn="l">
              <a:lnSpc>
                <a:spcPct val="100000"/>
              </a:lnSpc>
              <a:spcBef>
                <a:spcPts val="2950"/>
              </a:spcBef>
              <a:spcAft>
                <a:spcPts val="0"/>
              </a:spcAft>
              <a:buClr>
                <a:srgbClr val="000000"/>
              </a:buClr>
              <a:buSzPts val="2250"/>
              <a:buFont typeface="Arial" panose="020B0604020202020204"/>
              <a:buChar char="•"/>
              <a:defRPr/>
            </a:lvl6pPr>
            <a:lvl7pPr marL="3200400" lvl="6" indent="-371475" algn="l">
              <a:lnSpc>
                <a:spcPct val="100000"/>
              </a:lnSpc>
              <a:spcBef>
                <a:spcPts val="2950"/>
              </a:spcBef>
              <a:spcAft>
                <a:spcPts val="0"/>
              </a:spcAft>
              <a:buClr>
                <a:srgbClr val="000000"/>
              </a:buClr>
              <a:buSzPts val="2250"/>
              <a:buFont typeface="Arial" panose="020B0604020202020204"/>
              <a:buChar char="•"/>
              <a:defRPr/>
            </a:lvl7pPr>
            <a:lvl8pPr marL="3657600" lvl="7" indent="-371475" algn="l">
              <a:lnSpc>
                <a:spcPct val="100000"/>
              </a:lnSpc>
              <a:spcBef>
                <a:spcPts val="2950"/>
              </a:spcBef>
              <a:spcAft>
                <a:spcPts val="0"/>
              </a:spcAft>
              <a:buClr>
                <a:srgbClr val="000000"/>
              </a:buClr>
              <a:buSzPts val="2250"/>
              <a:buFont typeface="Arial" panose="020B0604020202020204"/>
              <a:buChar char="•"/>
              <a:defRPr/>
            </a:lvl8pPr>
            <a:lvl9pPr marL="4114800" lvl="8" indent="-371475" algn="l">
              <a:lnSpc>
                <a:spcPct val="100000"/>
              </a:lnSpc>
              <a:spcBef>
                <a:spcPts val="2950"/>
              </a:spcBef>
              <a:spcAft>
                <a:spcPts val="0"/>
              </a:spcAft>
              <a:buClr>
                <a:srgbClr val="000000"/>
              </a:buClr>
              <a:buSzPts val="2250"/>
              <a:buFont typeface="Arial" panose="020B0604020202020204"/>
              <a:buChar char="•"/>
              <a:defRPr/>
            </a:lvl9pPr>
          </a:lstStyle>
          <a:p/>
        </p:txBody>
      </p:sp>
      <p:sp>
        <p:nvSpPr>
          <p:cNvPr id="190" name="Google Shape;190;p27"/>
          <p:cNvSpPr txBox="1">
            <a:spLocks noGrp="1"/>
          </p:cNvSpPr>
          <p:nvPr>
            <p:ph type="body" idx="5"/>
          </p:nvPr>
        </p:nvSpPr>
        <p:spPr>
          <a:xfrm>
            <a:off x="9329935" y="1502892"/>
            <a:ext cx="2175301" cy="3937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9239FF"/>
              </a:buClr>
              <a:buSzPts val="3000"/>
              <a:buFont typeface="Arial" panose="020B0604020202020204"/>
              <a:buNone/>
              <a:defRPr b="1">
                <a:solidFill>
                  <a:srgbClr val="9239FF"/>
                </a:solidFill>
              </a:defRPr>
            </a:lvl1pPr>
            <a:lvl2pPr marL="914400" lvl="1" indent="-371475" algn="l">
              <a:lnSpc>
                <a:spcPct val="100000"/>
              </a:lnSpc>
              <a:spcBef>
                <a:spcPts val="0"/>
              </a:spcBef>
              <a:spcAft>
                <a:spcPts val="0"/>
              </a:spcAft>
              <a:buClr>
                <a:srgbClr val="000000"/>
              </a:buClr>
              <a:buSzPts val="2250"/>
              <a:buFont typeface="Arial" panose="020B0604020202020204"/>
              <a:buChar char="•"/>
              <a:defRPr/>
            </a:lvl2pPr>
            <a:lvl3pPr marL="1371600" lvl="2" indent="-371475" algn="l">
              <a:lnSpc>
                <a:spcPct val="100000"/>
              </a:lnSpc>
              <a:spcBef>
                <a:spcPts val="600"/>
              </a:spcBef>
              <a:spcAft>
                <a:spcPts val="0"/>
              </a:spcAft>
              <a:buClr>
                <a:srgbClr val="000000"/>
              </a:buClr>
              <a:buSzPts val="2250"/>
              <a:buFont typeface="Arial" panose="020B0604020202020204"/>
              <a:buChar char="•"/>
              <a:defRPr/>
            </a:lvl3pPr>
            <a:lvl4pPr marL="1828800" lvl="3" indent="-371475" algn="l">
              <a:lnSpc>
                <a:spcPct val="100000"/>
              </a:lnSpc>
              <a:spcBef>
                <a:spcPts val="600"/>
              </a:spcBef>
              <a:spcAft>
                <a:spcPts val="0"/>
              </a:spcAft>
              <a:buClr>
                <a:srgbClr val="000000"/>
              </a:buClr>
              <a:buSzPts val="2250"/>
              <a:buFont typeface="Arial" panose="020B0604020202020204"/>
              <a:buChar char="•"/>
              <a:defRPr/>
            </a:lvl4pPr>
            <a:lvl5pPr marL="2286000" lvl="4" indent="-371475" algn="l">
              <a:lnSpc>
                <a:spcPct val="100000"/>
              </a:lnSpc>
              <a:spcBef>
                <a:spcPts val="600"/>
              </a:spcBef>
              <a:spcAft>
                <a:spcPts val="0"/>
              </a:spcAft>
              <a:buClr>
                <a:srgbClr val="000000"/>
              </a:buClr>
              <a:buSzPts val="2250"/>
              <a:buFont typeface="Arial" panose="020B0604020202020204"/>
              <a:buChar char="•"/>
              <a:defRPr/>
            </a:lvl5pPr>
            <a:lvl6pPr marL="2743200" lvl="5" indent="-371475" algn="l">
              <a:lnSpc>
                <a:spcPct val="100000"/>
              </a:lnSpc>
              <a:spcBef>
                <a:spcPts val="2950"/>
              </a:spcBef>
              <a:spcAft>
                <a:spcPts val="0"/>
              </a:spcAft>
              <a:buClr>
                <a:srgbClr val="000000"/>
              </a:buClr>
              <a:buSzPts val="2250"/>
              <a:buFont typeface="Arial" panose="020B0604020202020204"/>
              <a:buChar char="•"/>
              <a:defRPr/>
            </a:lvl6pPr>
            <a:lvl7pPr marL="3200400" lvl="6" indent="-371475" algn="l">
              <a:lnSpc>
                <a:spcPct val="100000"/>
              </a:lnSpc>
              <a:spcBef>
                <a:spcPts val="2950"/>
              </a:spcBef>
              <a:spcAft>
                <a:spcPts val="0"/>
              </a:spcAft>
              <a:buClr>
                <a:srgbClr val="000000"/>
              </a:buClr>
              <a:buSzPts val="2250"/>
              <a:buFont typeface="Arial" panose="020B0604020202020204"/>
              <a:buChar char="•"/>
              <a:defRPr/>
            </a:lvl7pPr>
            <a:lvl8pPr marL="3657600" lvl="7" indent="-371475" algn="l">
              <a:lnSpc>
                <a:spcPct val="100000"/>
              </a:lnSpc>
              <a:spcBef>
                <a:spcPts val="2950"/>
              </a:spcBef>
              <a:spcAft>
                <a:spcPts val="0"/>
              </a:spcAft>
              <a:buClr>
                <a:srgbClr val="000000"/>
              </a:buClr>
              <a:buSzPts val="2250"/>
              <a:buFont typeface="Arial" panose="020B0604020202020204"/>
              <a:buChar char="•"/>
              <a:defRPr/>
            </a:lvl8pPr>
            <a:lvl9pPr marL="4114800" lvl="8" indent="-371475" algn="l">
              <a:lnSpc>
                <a:spcPct val="100000"/>
              </a:lnSpc>
              <a:spcBef>
                <a:spcPts val="2950"/>
              </a:spcBef>
              <a:spcAft>
                <a:spcPts val="0"/>
              </a:spcAft>
              <a:buClr>
                <a:srgbClr val="000000"/>
              </a:buClr>
              <a:buSzPts val="2250"/>
              <a:buFont typeface="Arial" panose="020B0604020202020204"/>
              <a:buChar char="•"/>
              <a:defRPr/>
            </a:lvl9pPr>
          </a:lstStyle>
          <a:p/>
        </p:txBody>
      </p:sp>
      <p:sp>
        <p:nvSpPr>
          <p:cNvPr id="191" name="Google Shape;191;p27"/>
          <p:cNvSpPr txBox="1">
            <a:spLocks noGrp="1"/>
          </p:cNvSpPr>
          <p:nvPr>
            <p:ph type="body" idx="6"/>
          </p:nvPr>
        </p:nvSpPr>
        <p:spPr>
          <a:xfrm>
            <a:off x="9329439" y="2566754"/>
            <a:ext cx="2212449" cy="3488733"/>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161517"/>
              </a:buClr>
              <a:buSzPts val="1500"/>
              <a:buFont typeface="Arial" panose="020B0604020202020204"/>
              <a:buNone/>
              <a:defRPr sz="1200">
                <a:solidFill>
                  <a:srgbClr val="161517"/>
                </a:solidFill>
              </a:defRPr>
            </a:lvl1pPr>
            <a:lvl2pPr marL="914400" lvl="1" indent="-371475" algn="l">
              <a:lnSpc>
                <a:spcPct val="100000"/>
              </a:lnSpc>
              <a:spcBef>
                <a:spcPts val="600"/>
              </a:spcBef>
              <a:spcAft>
                <a:spcPts val="0"/>
              </a:spcAft>
              <a:buClr>
                <a:srgbClr val="000000"/>
              </a:buClr>
              <a:buSzPts val="2250"/>
              <a:buFont typeface="Arial" panose="020B0604020202020204"/>
              <a:buChar char="•"/>
              <a:defRPr/>
            </a:lvl2pPr>
            <a:lvl3pPr marL="1371600" lvl="2" indent="-371475" algn="l">
              <a:lnSpc>
                <a:spcPct val="100000"/>
              </a:lnSpc>
              <a:spcBef>
                <a:spcPts val="600"/>
              </a:spcBef>
              <a:spcAft>
                <a:spcPts val="0"/>
              </a:spcAft>
              <a:buClr>
                <a:srgbClr val="000000"/>
              </a:buClr>
              <a:buSzPts val="2250"/>
              <a:buFont typeface="Arial" panose="020B0604020202020204"/>
              <a:buChar char="•"/>
              <a:defRPr/>
            </a:lvl3pPr>
            <a:lvl4pPr marL="1828800" lvl="3" indent="-371475" algn="l">
              <a:lnSpc>
                <a:spcPct val="100000"/>
              </a:lnSpc>
              <a:spcBef>
                <a:spcPts val="600"/>
              </a:spcBef>
              <a:spcAft>
                <a:spcPts val="0"/>
              </a:spcAft>
              <a:buClr>
                <a:srgbClr val="000000"/>
              </a:buClr>
              <a:buSzPts val="2250"/>
              <a:buFont typeface="Arial" panose="020B0604020202020204"/>
              <a:buChar char="•"/>
              <a:defRPr/>
            </a:lvl4pPr>
            <a:lvl5pPr marL="2286000" lvl="4" indent="-371475" algn="l">
              <a:lnSpc>
                <a:spcPct val="100000"/>
              </a:lnSpc>
              <a:spcBef>
                <a:spcPts val="600"/>
              </a:spcBef>
              <a:spcAft>
                <a:spcPts val="0"/>
              </a:spcAft>
              <a:buClr>
                <a:srgbClr val="000000"/>
              </a:buClr>
              <a:buSzPts val="2250"/>
              <a:buFont typeface="Arial" panose="020B0604020202020204"/>
              <a:buChar char="•"/>
              <a:defRPr/>
            </a:lvl5pPr>
            <a:lvl6pPr marL="2743200" lvl="5" indent="-371475" algn="l">
              <a:lnSpc>
                <a:spcPct val="100000"/>
              </a:lnSpc>
              <a:spcBef>
                <a:spcPts val="2950"/>
              </a:spcBef>
              <a:spcAft>
                <a:spcPts val="0"/>
              </a:spcAft>
              <a:buClr>
                <a:srgbClr val="000000"/>
              </a:buClr>
              <a:buSzPts val="2250"/>
              <a:buFont typeface="Arial" panose="020B0604020202020204"/>
              <a:buChar char="•"/>
              <a:defRPr/>
            </a:lvl6pPr>
            <a:lvl7pPr marL="3200400" lvl="6" indent="-371475" algn="l">
              <a:lnSpc>
                <a:spcPct val="100000"/>
              </a:lnSpc>
              <a:spcBef>
                <a:spcPts val="2950"/>
              </a:spcBef>
              <a:spcAft>
                <a:spcPts val="0"/>
              </a:spcAft>
              <a:buClr>
                <a:srgbClr val="000000"/>
              </a:buClr>
              <a:buSzPts val="2250"/>
              <a:buFont typeface="Arial" panose="020B0604020202020204"/>
              <a:buChar char="•"/>
              <a:defRPr/>
            </a:lvl7pPr>
            <a:lvl8pPr marL="3657600" lvl="7" indent="-371475" algn="l">
              <a:lnSpc>
                <a:spcPct val="100000"/>
              </a:lnSpc>
              <a:spcBef>
                <a:spcPts val="2950"/>
              </a:spcBef>
              <a:spcAft>
                <a:spcPts val="0"/>
              </a:spcAft>
              <a:buClr>
                <a:srgbClr val="000000"/>
              </a:buClr>
              <a:buSzPts val="2250"/>
              <a:buFont typeface="Arial" panose="020B0604020202020204"/>
              <a:buChar char="•"/>
              <a:defRPr/>
            </a:lvl8pPr>
            <a:lvl9pPr marL="4114800" lvl="8" indent="-371475" algn="l">
              <a:lnSpc>
                <a:spcPct val="100000"/>
              </a:lnSpc>
              <a:spcBef>
                <a:spcPts val="2950"/>
              </a:spcBef>
              <a:spcAft>
                <a:spcPts val="0"/>
              </a:spcAft>
              <a:buClr>
                <a:srgbClr val="000000"/>
              </a:buClr>
              <a:buSzPts val="2250"/>
              <a:buFont typeface="Arial" panose="020B0604020202020204"/>
              <a:buChar char="•"/>
              <a:defRPr/>
            </a:lvl9pPr>
          </a:lstStyle>
          <a:p/>
        </p:txBody>
      </p:sp>
      <p:sp>
        <p:nvSpPr>
          <p:cNvPr id="192" name="Google Shape;192;p27"/>
          <p:cNvSpPr txBox="1">
            <a:spLocks noGrp="1"/>
          </p:cNvSpPr>
          <p:nvPr>
            <p:ph type="ctrTitle"/>
          </p:nvPr>
        </p:nvSpPr>
        <p:spPr>
          <a:xfrm>
            <a:off x="769620" y="1531620"/>
            <a:ext cx="2076450" cy="1291590"/>
          </a:xfrm>
          <a:prstGeom prst="rect">
            <a:avLst/>
          </a:prstGeom>
          <a:noFill/>
          <a:ln>
            <a:noFill/>
          </a:ln>
        </p:spPr>
        <p:txBody>
          <a:bodyPr spcFirstLastPara="1" wrap="square" lIns="50800" tIns="50800" rIns="50800" bIns="50800" anchor="t" anchorCtr="0">
            <a:noAutofit/>
          </a:bodyPr>
          <a:lstStyle>
            <a:lvl1pPr lvl="0" algn="l">
              <a:lnSpc>
                <a:spcPct val="100000"/>
              </a:lnSpc>
              <a:spcBef>
                <a:spcPts val="0"/>
              </a:spcBef>
              <a:spcAft>
                <a:spcPts val="0"/>
              </a:spcAft>
              <a:buClr>
                <a:srgbClr val="9239FF"/>
              </a:buClr>
              <a:buSzPts val="3200"/>
              <a:buFont typeface="Arial" panose="020B0604020202020204"/>
              <a:buNone/>
              <a:defRPr sz="3200">
                <a:solidFill>
                  <a:srgbClr val="9239FF"/>
                </a:solidFill>
              </a:defRPr>
            </a:lvl1pPr>
            <a:lvl2pPr lvl="1" algn="l">
              <a:lnSpc>
                <a:spcPct val="100000"/>
              </a:lnSpc>
              <a:spcBef>
                <a:spcPts val="0"/>
              </a:spcBef>
              <a:spcAft>
                <a:spcPts val="0"/>
              </a:spcAft>
              <a:buClr>
                <a:srgbClr val="9239FF"/>
              </a:buClr>
              <a:buSzPts val="1800"/>
              <a:buFont typeface="Arial" panose="020B0604020202020204"/>
              <a:buNone/>
              <a:defRPr/>
            </a:lvl2pPr>
            <a:lvl3pPr lvl="2" algn="l">
              <a:lnSpc>
                <a:spcPct val="100000"/>
              </a:lnSpc>
              <a:spcBef>
                <a:spcPts val="0"/>
              </a:spcBef>
              <a:spcAft>
                <a:spcPts val="0"/>
              </a:spcAft>
              <a:buClr>
                <a:srgbClr val="9239FF"/>
              </a:buClr>
              <a:buSzPts val="1800"/>
              <a:buFont typeface="Arial" panose="020B0604020202020204"/>
              <a:buNone/>
              <a:defRPr/>
            </a:lvl3pPr>
            <a:lvl4pPr lvl="3" algn="l">
              <a:lnSpc>
                <a:spcPct val="100000"/>
              </a:lnSpc>
              <a:spcBef>
                <a:spcPts val="0"/>
              </a:spcBef>
              <a:spcAft>
                <a:spcPts val="0"/>
              </a:spcAft>
              <a:buClr>
                <a:srgbClr val="9239FF"/>
              </a:buClr>
              <a:buSzPts val="1800"/>
              <a:buFont typeface="Arial" panose="020B0604020202020204"/>
              <a:buNone/>
              <a:defRPr/>
            </a:lvl4pPr>
            <a:lvl5pPr lvl="4" algn="l">
              <a:lnSpc>
                <a:spcPct val="100000"/>
              </a:lnSpc>
              <a:spcBef>
                <a:spcPts val="0"/>
              </a:spcBef>
              <a:spcAft>
                <a:spcPts val="0"/>
              </a:spcAft>
              <a:buClr>
                <a:srgbClr val="9239FF"/>
              </a:buClr>
              <a:buSzPts val="1800"/>
              <a:buFont typeface="Arial" panose="020B0604020202020204"/>
              <a:buNone/>
              <a:defRPr/>
            </a:lvl5pPr>
            <a:lvl6pPr lvl="5" algn="l">
              <a:lnSpc>
                <a:spcPct val="100000"/>
              </a:lnSpc>
              <a:spcBef>
                <a:spcPts val="0"/>
              </a:spcBef>
              <a:spcAft>
                <a:spcPts val="0"/>
              </a:spcAft>
              <a:buClr>
                <a:srgbClr val="9239FF"/>
              </a:buClr>
              <a:buSzPts val="1800"/>
              <a:buFont typeface="Arial" panose="020B0604020202020204"/>
              <a:buNone/>
              <a:defRPr/>
            </a:lvl6pPr>
            <a:lvl7pPr lvl="6" algn="l">
              <a:lnSpc>
                <a:spcPct val="100000"/>
              </a:lnSpc>
              <a:spcBef>
                <a:spcPts val="0"/>
              </a:spcBef>
              <a:spcAft>
                <a:spcPts val="0"/>
              </a:spcAft>
              <a:buClr>
                <a:srgbClr val="9239FF"/>
              </a:buClr>
              <a:buSzPts val="1800"/>
              <a:buFont typeface="Arial" panose="020B0604020202020204"/>
              <a:buNone/>
              <a:defRPr/>
            </a:lvl7pPr>
            <a:lvl8pPr lvl="7" algn="l">
              <a:lnSpc>
                <a:spcPct val="100000"/>
              </a:lnSpc>
              <a:spcBef>
                <a:spcPts val="0"/>
              </a:spcBef>
              <a:spcAft>
                <a:spcPts val="0"/>
              </a:spcAft>
              <a:buClr>
                <a:srgbClr val="9239FF"/>
              </a:buClr>
              <a:buSzPts val="1800"/>
              <a:buFont typeface="Arial" panose="020B0604020202020204"/>
              <a:buNone/>
              <a:defRPr/>
            </a:lvl8pPr>
            <a:lvl9pPr lvl="8" algn="l">
              <a:lnSpc>
                <a:spcPct val="100000"/>
              </a:lnSpc>
              <a:spcBef>
                <a:spcPts val="0"/>
              </a:spcBef>
              <a:spcAft>
                <a:spcPts val="0"/>
              </a:spcAft>
              <a:buClr>
                <a:srgbClr val="9239FF"/>
              </a:buClr>
              <a:buSzPts val="1800"/>
              <a:buFont typeface="Arial" panose="020B0604020202020204"/>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Device Empty no Body">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srcRect l="42977" r="26951"/>
          <a:stretch>
            <a:fillRect/>
          </a:stretch>
        </p:blipFill>
        <p:spPr>
          <a:xfrm>
            <a:off x="5239792" y="0"/>
            <a:ext cx="3666305" cy="6858000"/>
          </a:xfrm>
          <a:prstGeom prst="rect">
            <a:avLst/>
          </a:prstGeom>
        </p:spPr>
      </p:pic>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7"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5"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Content 3 Boxes Paragraphs Color">
    <p:spTree>
      <p:nvGrpSpPr>
        <p:cNvPr id="1" name=""/>
        <p:cNvGrpSpPr/>
        <p:nvPr/>
      </p:nvGrpSpPr>
      <p:grpSpPr>
        <a:xfrm>
          <a:off x="0" y="0"/>
          <a:ext cx="0" cy="0"/>
          <a:chOff x="0" y="0"/>
          <a:chExt cx="0" cy="0"/>
        </a:xfrm>
      </p:grpSpPr>
      <p:pic>
        <p:nvPicPr>
          <p:cNvPr id="33" name="Picture 32"/>
          <p:cNvPicPr>
            <a:picLocks noChangeAspect="1"/>
          </p:cNvPicPr>
          <p:nvPr userDrawn="1"/>
        </p:nvPicPr>
        <p:blipFill>
          <a:blip r:embed="rId2"/>
          <a:stretch>
            <a:fillRect/>
          </a:stretch>
        </p:blipFill>
        <p:spPr>
          <a:xfrm>
            <a:off x="350041" y="1871707"/>
            <a:ext cx="3987281" cy="4297271"/>
          </a:xfrm>
          <a:prstGeom prst="rect">
            <a:avLst/>
          </a:prstGeom>
        </p:spPr>
      </p:pic>
      <p:sp>
        <p:nvSpPr>
          <p:cNvPr id="34" name="Title"/>
          <p:cNvSpPr txBox="1">
            <a:spLocks noGrp="1"/>
          </p:cNvSpPr>
          <p:nvPr>
            <p:ph type="body" sz="quarter" idx="34" hasCustomPrompt="1"/>
          </p:nvPr>
        </p:nvSpPr>
        <p:spPr>
          <a:xfrm>
            <a:off x="965382" y="2658154"/>
            <a:ext cx="2773875" cy="584775"/>
          </a:xfrm>
          <a:prstGeom prst="rect">
            <a:avLst/>
          </a:prstGeom>
        </p:spPr>
        <p:txBody>
          <a:bodyPr wrap="square">
            <a:spAutoFit/>
          </a:bodyPr>
          <a:lstStyle>
            <a:lvl1pPr marL="0" indent="0" defTabSz="1218565" hangingPunct="0">
              <a:lnSpc>
                <a:spcPct val="100000"/>
              </a:lnSpc>
              <a:buFontTx/>
              <a:buNone/>
              <a:defRPr sz="1600" b="1" i="0" baseline="0">
                <a:solidFill>
                  <a:srgbClr val="FF5A02"/>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6" name="Title"/>
          <p:cNvSpPr txBox="1">
            <a:spLocks noGrp="1"/>
          </p:cNvSpPr>
          <p:nvPr>
            <p:ph type="body" sz="quarter" idx="25" hasCustomPrompt="1"/>
          </p:nvPr>
        </p:nvSpPr>
        <p:spPr>
          <a:xfrm>
            <a:off x="749804" y="520297"/>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8" name="Text Placeholder 3"/>
          <p:cNvSpPr>
            <a:spLocks noGrp="1"/>
          </p:cNvSpPr>
          <p:nvPr>
            <p:ph type="body" sz="quarter" idx="10" hasCustomPrompt="1"/>
          </p:nvPr>
        </p:nvSpPr>
        <p:spPr>
          <a:xfrm>
            <a:off x="749805"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pic>
        <p:nvPicPr>
          <p:cNvPr id="5" name="Picture 4"/>
          <p:cNvPicPr>
            <a:picLocks noChangeAspect="1"/>
          </p:cNvPicPr>
          <p:nvPr userDrawn="1"/>
        </p:nvPicPr>
        <p:blipFill>
          <a:blip r:embed="rId3"/>
          <a:stretch>
            <a:fillRect/>
          </a:stretch>
        </p:blipFill>
        <p:spPr>
          <a:xfrm>
            <a:off x="4337322" y="2157344"/>
            <a:ext cx="3415855" cy="3725994"/>
          </a:xfrm>
          <a:prstGeom prst="rect">
            <a:avLst/>
          </a:prstGeom>
        </p:spPr>
      </p:pic>
      <p:pic>
        <p:nvPicPr>
          <p:cNvPr id="7" name="Picture 6"/>
          <p:cNvPicPr>
            <a:picLocks noChangeAspect="1"/>
          </p:cNvPicPr>
          <p:nvPr userDrawn="1"/>
        </p:nvPicPr>
        <p:blipFill>
          <a:blip r:embed="rId2"/>
          <a:stretch>
            <a:fillRect/>
          </a:stretch>
        </p:blipFill>
        <p:spPr>
          <a:xfrm>
            <a:off x="7753177" y="1871707"/>
            <a:ext cx="3987281" cy="4297271"/>
          </a:xfrm>
          <a:prstGeom prst="rect">
            <a:avLst/>
          </a:prstGeom>
        </p:spPr>
      </p:pic>
      <p:grpSp>
        <p:nvGrpSpPr>
          <p:cNvPr id="12" name="Group 11"/>
          <p:cNvGrpSpPr/>
          <p:nvPr userDrawn="1"/>
        </p:nvGrpSpPr>
        <p:grpSpPr>
          <a:xfrm rot="10800000">
            <a:off x="4796524" y="5184776"/>
            <a:ext cx="385297" cy="83752"/>
            <a:chOff x="6001819" y="2032307"/>
            <a:chExt cx="1401867" cy="304800"/>
          </a:xfrm>
          <a:solidFill>
            <a:srgbClr val="00AAF3"/>
          </a:solidFill>
          <a:effectLst/>
        </p:grpSpPr>
        <p:sp>
          <p:nvSpPr>
            <p:cNvPr id="13" name="Rounded Rectangle 12"/>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4" name="Delay 1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5" name="Delay 14"/>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16" name="Group 15"/>
          <p:cNvGrpSpPr/>
          <p:nvPr userDrawn="1"/>
        </p:nvGrpSpPr>
        <p:grpSpPr>
          <a:xfrm rot="10800000">
            <a:off x="8543444" y="5184776"/>
            <a:ext cx="385297" cy="83752"/>
            <a:chOff x="6001819" y="2032307"/>
            <a:chExt cx="1401867" cy="304800"/>
          </a:xfrm>
          <a:solidFill>
            <a:srgbClr val="009596"/>
          </a:solidFill>
          <a:effectLst/>
        </p:grpSpPr>
        <p:sp>
          <p:nvSpPr>
            <p:cNvPr id="17" name="Rounded Rectangle 16"/>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8" name="Delay 17"/>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19" name="Delay 18"/>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grpSp>
        <p:nvGrpSpPr>
          <p:cNvPr id="20" name="Group 19"/>
          <p:cNvGrpSpPr/>
          <p:nvPr userDrawn="1"/>
        </p:nvGrpSpPr>
        <p:grpSpPr>
          <a:xfrm rot="10800000">
            <a:off x="1019186" y="5184776"/>
            <a:ext cx="385297" cy="83752"/>
            <a:chOff x="6001819" y="2032307"/>
            <a:chExt cx="1401867" cy="304800"/>
          </a:xfrm>
          <a:solidFill>
            <a:srgbClr val="FF5A02"/>
          </a:solidFill>
          <a:effectLst/>
        </p:grpSpPr>
        <p:sp>
          <p:nvSpPr>
            <p:cNvPr id="21" name="Rounded Rectangle 20"/>
            <p:cNvSpPr/>
            <p:nvPr userDrawn="1"/>
          </p:nvSpPr>
          <p:spPr>
            <a:xfrm>
              <a:off x="6246861" y="2032314"/>
              <a:ext cx="922017" cy="304793"/>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2" name="Delay 21"/>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3" name="Delay 22"/>
            <p:cNvSpPr/>
            <p:nvPr userDrawn="1"/>
          </p:nvSpPr>
          <p:spPr>
            <a:xfrm rot="10800000">
              <a:off x="6001819"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cxnSp>
        <p:nvCxnSpPr>
          <p:cNvPr id="24" name="Straight Connector 23"/>
          <p:cNvCxnSpPr>
            <a:endCxn id="29" idx="2"/>
          </p:cNvCxnSpPr>
          <p:nvPr userDrawn="1"/>
        </p:nvCxnSpPr>
        <p:spPr>
          <a:xfrm flipH="1">
            <a:off x="5321606" y="1062023"/>
            <a:ext cx="6869601"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6012660" y="985854"/>
            <a:ext cx="1602280" cy="152341"/>
            <a:chOff x="4198708" y="2032307"/>
            <a:chExt cx="3204978" cy="304800"/>
          </a:xfrm>
          <a:solidFill>
            <a:srgbClr val="232F3E"/>
          </a:solidFill>
          <a:effectLst>
            <a:outerShdw blurRad="671413" dist="366117" dir="6447696" sx="99000" sy="99000" algn="t" rotWithShape="0">
              <a:prstClr val="black">
                <a:alpha val="26000"/>
              </a:prstClr>
            </a:outerShdw>
          </a:effectLst>
        </p:grpSpPr>
        <p:sp>
          <p:nvSpPr>
            <p:cNvPr id="26" name="Rounded Rectangle 25"/>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7" name="Delay 26"/>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28" name="Delay 27"/>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grpSp>
      <p:sp>
        <p:nvSpPr>
          <p:cNvPr id="29" name="Oval 28"/>
          <p:cNvSpPr/>
          <p:nvPr userDrawn="1"/>
        </p:nvSpPr>
        <p:spPr>
          <a:xfrm>
            <a:off x="5321605" y="985854"/>
            <a:ext cx="152380" cy="15234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hangingPunct="0">
              <a:defRPr/>
            </a:pPr>
            <a:endParaRPr lang="en-US" sz="1200" b="0" i="0" kern="0" dirty="0">
              <a:solidFill>
                <a:prstClr val="white"/>
              </a:solidFill>
              <a:latin typeface="Amazon Ember Display" panose="020F0603020204020204" pitchFamily="34" charset="0"/>
              <a:sym typeface="Helvetica Neue"/>
            </a:endParaRPr>
          </a:p>
        </p:txBody>
      </p:sp>
      <p:sp>
        <p:nvSpPr>
          <p:cNvPr id="37" name="Title"/>
          <p:cNvSpPr txBox="1">
            <a:spLocks noGrp="1"/>
          </p:cNvSpPr>
          <p:nvPr>
            <p:ph type="body" sz="quarter" idx="36" hasCustomPrompt="1"/>
          </p:nvPr>
        </p:nvSpPr>
        <p:spPr>
          <a:xfrm>
            <a:off x="4658312" y="2658154"/>
            <a:ext cx="2773875" cy="584775"/>
          </a:xfrm>
          <a:prstGeom prst="rect">
            <a:avLst/>
          </a:prstGeom>
        </p:spPr>
        <p:txBody>
          <a:bodyPr wrap="square">
            <a:spAutoFit/>
          </a:bodyPr>
          <a:lstStyle>
            <a:lvl1pPr marL="0" indent="0" defTabSz="1218565" hangingPunct="0">
              <a:lnSpc>
                <a:spcPct val="100000"/>
              </a:lnSpc>
              <a:buFontTx/>
              <a:buNone/>
              <a:defRPr sz="1600" b="1" i="0" baseline="0">
                <a:solidFill>
                  <a:srgbClr val="00AAF3"/>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9" name="Title"/>
          <p:cNvSpPr txBox="1">
            <a:spLocks noGrp="1"/>
          </p:cNvSpPr>
          <p:nvPr>
            <p:ph type="body" sz="quarter" idx="38" hasCustomPrompt="1"/>
          </p:nvPr>
        </p:nvSpPr>
        <p:spPr>
          <a:xfrm>
            <a:off x="8398942" y="2658154"/>
            <a:ext cx="2773875" cy="584775"/>
          </a:xfrm>
          <a:prstGeom prst="rect">
            <a:avLst/>
          </a:prstGeom>
        </p:spPr>
        <p:txBody>
          <a:bodyPr wrap="square">
            <a:spAutoFit/>
          </a:bodyPr>
          <a:lstStyle>
            <a:lvl1pPr marL="0" indent="0" defTabSz="1218565" hangingPunct="0">
              <a:lnSpc>
                <a:spcPct val="100000"/>
              </a:lnSpc>
              <a:buFontTx/>
              <a:buNone/>
              <a:defRPr sz="1600" b="1" i="0" baseline="0">
                <a:solidFill>
                  <a:srgbClr val="009596"/>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pPr defTabSz="2437130" hangingPunct="0">
              <a:defRPr/>
            </a:pP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Heading goes here and can </a:t>
            </a:r>
            <a:b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br>
            <a:r>
              <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rPr>
              <a:t>go over two lines</a:t>
            </a:r>
            <a:endParaRPr lang="en-US" sz="1600" b="1" kern="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endParaRPr>
          </a:p>
        </p:txBody>
      </p:sp>
      <p:sp>
        <p:nvSpPr>
          <p:cNvPr id="32" name="Text Placeholder 3"/>
          <p:cNvSpPr>
            <a:spLocks noGrp="1"/>
          </p:cNvSpPr>
          <p:nvPr>
            <p:ph type="body" sz="quarter" idx="27" hasCustomPrompt="1"/>
          </p:nvPr>
        </p:nvSpPr>
        <p:spPr>
          <a:xfrm>
            <a:off x="965382"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0" name="Text Placeholder 3"/>
          <p:cNvSpPr>
            <a:spLocks noGrp="1"/>
          </p:cNvSpPr>
          <p:nvPr>
            <p:ph type="body" sz="quarter" idx="39" hasCustomPrompt="1"/>
          </p:nvPr>
        </p:nvSpPr>
        <p:spPr>
          <a:xfrm>
            <a:off x="4658312" y="3317947"/>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1" name="Text Placeholder 3"/>
          <p:cNvSpPr>
            <a:spLocks noGrp="1"/>
          </p:cNvSpPr>
          <p:nvPr>
            <p:ph type="body" sz="quarter" idx="40" hasCustomPrompt="1"/>
          </p:nvPr>
        </p:nvSpPr>
        <p:spPr>
          <a:xfrm>
            <a:off x="8398941" y="3314049"/>
            <a:ext cx="2773875" cy="1603135"/>
          </a:xfrm>
          <a:prstGeom prst="rect">
            <a:avLst/>
          </a:prstGeom>
        </p:spPr>
        <p:txBody>
          <a:bodyPr/>
          <a:lstStyle>
            <a:lvl1pPr marL="0" indent="0" defTabSz="228600">
              <a:lnSpc>
                <a:spcPct val="10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defTabSz="457200"/>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sed do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eiusmod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tempor</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incididunt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labore</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et dolore magna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aliqua</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Ut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enim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ad minim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veniam</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quis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nostrud</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exercitation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ullamco</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laboris</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nisi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ut</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1300" dirty="0" err="1">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aliquip</a:t>
            </a:r>
            <a:r>
              <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rPr>
              <a:t> ex ea.</a:t>
            </a:r>
            <a:endParaRPr lang="en-US" sz="1300" dirty="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44" name="Text Placeholder 3"/>
          <p:cNvSpPr>
            <a:spLocks noGrp="1"/>
          </p:cNvSpPr>
          <p:nvPr>
            <p:ph type="body" sz="quarter" idx="24" hasCustomPrompt="1"/>
          </p:nvPr>
        </p:nvSpPr>
        <p:spPr>
          <a:xfrm>
            <a:off x="761208" y="1286103"/>
            <a:ext cx="3000667"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32162 4.62963E-6 L 0.03086 4.62963E-6 " pathEditMode="fixed" rAng="0" ptsTypes="AA">
                                      <p:cBhvr>
                                        <p:cTn id="6" dur="5000" fill="hold"/>
                                        <p:tgtEl>
                                          <p:spTgt spid="25"/>
                                        </p:tgtEl>
                                        <p:attrNameLst>
                                          <p:attrName>ppt_x</p:attrName>
                                          <p:attrName>ppt_y</p:attrName>
                                        </p:attrNameLst>
                                      </p:cBhvr>
                                      <p:rCtr x="-145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0EFEFD3-3E34-43BD-A9EC-47EE0A5C92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56040-1135-490F-9DCF-02A7F580F332}" type="slidenum">
              <a:rPr lang="en-US" smtClean="0"/>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Device Empty no Body">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hqprint"/>
          <a:srcRect l="42977" r="26951"/>
          <a:stretch>
            <a:fillRect/>
          </a:stretch>
        </p:blipFill>
        <p:spPr>
          <a:xfrm>
            <a:off x="5239794" y="0"/>
            <a:ext cx="3666305" cy="6858000"/>
          </a:xfrm>
          <a:prstGeom prst="rect">
            <a:avLst/>
          </a:prstGeom>
        </p:spPr>
      </p:pic>
      <p:sp>
        <p:nvSpPr>
          <p:cNvPr id="6" name="Title"/>
          <p:cNvSpPr txBox="1">
            <a:spLocks noGrp="1"/>
          </p:cNvSpPr>
          <p:nvPr>
            <p:ph type="body" sz="quarter" idx="25" hasCustomPrompt="1"/>
          </p:nvPr>
        </p:nvSpPr>
        <p:spPr>
          <a:xfrm>
            <a:off x="749804" y="520298"/>
            <a:ext cx="3824923" cy="769185"/>
          </a:xfrm>
          <a:prstGeom prst="rect">
            <a:avLst/>
          </a:prstGeom>
        </p:spPr>
        <p:txBody>
          <a:bodyPr>
            <a:spAutoFit/>
          </a:bodyPr>
          <a:lstStyle>
            <a:lvl1pPr marL="0" indent="0" defTabSz="1217930">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7"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232F3E">
                    <a:alpha val="49828"/>
                  </a:srgb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
        <p:nvSpPr>
          <p:cNvPr id="15"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65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13" name="Amazon Confidential"/>
          <p:cNvSpPr txBox="1"/>
          <p:nvPr userDrawn="1"/>
        </p:nvSpPr>
        <p:spPr>
          <a:xfrm>
            <a:off x="10128791" y="6442248"/>
            <a:ext cx="1720740" cy="151271"/>
          </a:xfrm>
          <a:prstGeom prst="rect">
            <a:avLst/>
          </a:prstGeom>
          <a:ln w="12700">
            <a:miter lim="400000"/>
          </a:ln>
        </p:spPr>
        <p:txBody>
          <a:bodyPr wrap="none" lIns="25374" tIns="25374" rIns="25374" bIns="2537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8" name="Vertical Text Placeholder 2"/>
          <p:cNvSpPr>
            <a:spLocks noGrp="1"/>
          </p:cNvSpPr>
          <p:nvPr>
            <p:ph type="body" orient="vert" sz="quarter" idx="26" hasCustomPrompt="1"/>
          </p:nvPr>
        </p:nvSpPr>
        <p:spPr>
          <a:xfrm rot="10800000">
            <a:off x="200893" y="316522"/>
            <a:ext cx="174509" cy="5917216"/>
          </a:xfrm>
          <a:prstGeom prst="rect">
            <a:avLst/>
          </a:prstGeom>
        </p:spPr>
        <p:txBody>
          <a:bodyPr vert="eaVert"/>
          <a:lstStyle>
            <a:lvl1pPr marL="0" indent="0" algn="r">
              <a:buFontTx/>
              <a:buNone/>
              <a:defRPr sz="450" b="0" i="0" spc="15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 GOES HERE</a:t>
            </a:r>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No Image White">
    <p:spTree>
      <p:nvGrpSpPr>
        <p:cNvPr id="1" name=""/>
        <p:cNvGrpSpPr/>
        <p:nvPr/>
      </p:nvGrpSpPr>
      <p:grpSpPr>
        <a:xfrm>
          <a:off x="0" y="0"/>
          <a:ext cx="0" cy="0"/>
          <a:chOff x="0" y="0"/>
          <a:chExt cx="0" cy="0"/>
        </a:xfrm>
      </p:grpSpPr>
      <p:pic>
        <p:nvPicPr>
          <p:cNvPr id="21" name="Picture 20" descr="A picture containing diagram&#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grpSp>
        <p:nvGrpSpPr>
          <p:cNvPr id="3" name="Group 2"/>
          <p:cNvGrpSpPr/>
          <p:nvPr userDrawn="1"/>
        </p:nvGrpSpPr>
        <p:grpSpPr>
          <a:xfrm>
            <a:off x="9740382" y="383"/>
            <a:ext cx="1965845" cy="5711860"/>
            <a:chOff x="19483299" y="766"/>
            <a:chExt cx="3932201" cy="11423720"/>
          </a:xfrm>
        </p:grpSpPr>
        <p:grpSp>
          <p:nvGrpSpPr>
            <p:cNvPr id="5" name="Group 4"/>
            <p:cNvGrpSpPr/>
            <p:nvPr userDrawn="1"/>
          </p:nvGrpSpPr>
          <p:grpSpPr>
            <a:xfrm>
              <a:off x="19738371" y="766"/>
              <a:ext cx="3677129" cy="11271397"/>
              <a:chOff x="19256188" y="44303"/>
              <a:chExt cx="3092775" cy="11233373"/>
            </a:xfrm>
          </p:grpSpPr>
          <p:cxnSp>
            <p:nvCxnSpPr>
              <p:cNvPr id="6" name="Straight Connector 5"/>
              <p:cNvCxnSpPr/>
              <p:nvPr userDrawn="1"/>
            </p:nvCxnSpPr>
            <p:spPr>
              <a:xfrm>
                <a:off x="22348844" y="44303"/>
                <a:ext cx="0" cy="10547498"/>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userDrawn="1"/>
            </p:nvGrpSpPr>
            <p:grpSpPr>
              <a:xfrm>
                <a:off x="19256188" y="9874104"/>
                <a:ext cx="3092775" cy="1403572"/>
                <a:chOff x="19256188" y="9874104"/>
                <a:chExt cx="3092775" cy="1403572"/>
              </a:xfrm>
            </p:grpSpPr>
            <p:sp>
              <p:nvSpPr>
                <p:cNvPr id="8" name="Arc 7"/>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9" name="Straight Connector 8"/>
                <p:cNvCxnSpPr/>
                <p:nvPr userDrawn="1"/>
              </p:nvCxnSpPr>
              <p:spPr>
                <a:xfrm>
                  <a:off x="19256188" y="11277676"/>
                  <a:ext cx="2391026"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sp>
          <p:nvSpPr>
            <p:cNvPr id="10" name="Oval 9"/>
            <p:cNvSpPr/>
            <p:nvPr userDrawn="1"/>
          </p:nvSpPr>
          <p:spPr>
            <a:xfrm>
              <a:off x="19483299" y="11119686"/>
              <a:ext cx="304840" cy="3048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grpSp>
        <p:nvGrpSpPr>
          <p:cNvPr id="2" name="Group 1"/>
          <p:cNvGrpSpPr/>
          <p:nvPr userDrawn="1"/>
        </p:nvGrpSpPr>
        <p:grpSpPr>
          <a:xfrm>
            <a:off x="807785" y="4080196"/>
            <a:ext cx="3186699" cy="152400"/>
            <a:chOff x="1615781" y="8160392"/>
            <a:chExt cx="6374227" cy="304800"/>
          </a:xfrm>
        </p:grpSpPr>
        <p:cxnSp>
          <p:nvCxnSpPr>
            <p:cNvPr id="11" name="Straight Connector 10"/>
            <p:cNvCxnSpPr/>
            <p:nvPr userDrawn="1"/>
          </p:nvCxnSpPr>
          <p:spPr>
            <a:xfrm>
              <a:off x="1768200" y="8312792"/>
              <a:ext cx="6221808" cy="0"/>
            </a:xfrm>
            <a:prstGeom prst="line">
              <a:avLst/>
            </a:prstGeom>
            <a:ln>
              <a:solidFill>
                <a:srgbClr val="B5B5B5">
                  <a:alpha val="49804"/>
                </a:srgbClr>
              </a:solidFill>
            </a:ln>
          </p:spPr>
          <p:style>
            <a:lnRef idx="1">
              <a:schemeClr val="accent1"/>
            </a:lnRef>
            <a:fillRef idx="0">
              <a:schemeClr val="accent1"/>
            </a:fillRef>
            <a:effectRef idx="0">
              <a:schemeClr val="accent1"/>
            </a:effectRef>
            <a:fontRef idx="minor">
              <a:schemeClr val="tx1"/>
            </a:fontRef>
          </p:style>
        </p:cxnSp>
        <p:sp>
          <p:nvSpPr>
            <p:cNvPr id="13" name="Oval 12"/>
            <p:cNvSpPr/>
            <p:nvPr userDrawn="1"/>
          </p:nvSpPr>
          <p:spPr>
            <a:xfrm>
              <a:off x="1615781" y="8160392"/>
              <a:ext cx="304840" cy="3048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grpSp>
          <p:nvGrpSpPr>
            <p:cNvPr id="14" name="Group 13"/>
            <p:cNvGrpSpPr/>
            <p:nvPr userDrawn="1"/>
          </p:nvGrpSpPr>
          <p:grpSpPr>
            <a:xfrm>
              <a:off x="4045496" y="8160392"/>
              <a:ext cx="3205395" cy="304800"/>
              <a:chOff x="2997609" y="8513318"/>
              <a:chExt cx="3204978" cy="304800"/>
            </a:xfrm>
            <a:solidFill>
              <a:srgbClr val="FF5A00"/>
            </a:solidFill>
            <a:effectLst>
              <a:outerShdw blurRad="645467" dist="377725" dir="3600000" algn="t" rotWithShape="0">
                <a:prstClr val="black">
                  <a:alpha val="40000"/>
                </a:prstClr>
              </a:outerShdw>
            </a:effectLst>
          </p:grpSpPr>
          <p:sp>
            <p:nvSpPr>
              <p:cNvPr id="15" name="Rounded Rectangle 14"/>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6" name="Delay 15"/>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7" name="Delay 16"/>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rgbClr val="232F3E"/>
                  </a:solidFill>
                </a:endParaRPr>
              </a:p>
            </p:txBody>
          </p:sp>
        </p:grpSp>
      </p:grpSp>
      <p:sp>
        <p:nvSpPr>
          <p:cNvPr id="22" name="Amazon Confidential"/>
          <p:cNvSpPr txBox="1"/>
          <p:nvPr userDrawn="1"/>
        </p:nvSpPr>
        <p:spPr>
          <a:xfrm>
            <a:off x="10128785" y="6442244"/>
            <a:ext cx="1720746" cy="151277"/>
          </a:xfrm>
          <a:prstGeom prst="rect">
            <a:avLst/>
          </a:prstGeom>
          <a:ln w="12700">
            <a:miter lim="400000"/>
          </a:ln>
        </p:spPr>
        <p:txBody>
          <a:bodyPr wrap="none" lIns="25377" tIns="25377" rIns="25377" bIns="2537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pic>
        <p:nvPicPr>
          <p:cNvPr id="23" name="Picture 22" descr="Logo&#10;&#10;Description automatically generated"/>
          <p:cNvPicPr>
            <a:picLocks noChangeAspect="1"/>
          </p:cNvPicPr>
          <p:nvPr userDrawn="1"/>
        </p:nvPicPr>
        <p:blipFill>
          <a:blip r:embed="rId3" cstate="print"/>
          <a:stretch>
            <a:fillRect/>
          </a:stretch>
        </p:blipFill>
        <p:spPr>
          <a:xfrm>
            <a:off x="375402" y="6225277"/>
            <a:ext cx="1682101" cy="433918"/>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No Image White">
    <p:spTree>
      <p:nvGrpSpPr>
        <p:cNvPr id="1" name=""/>
        <p:cNvGrpSpPr/>
        <p:nvPr/>
      </p:nvGrpSpPr>
      <p:grpSpPr>
        <a:xfrm>
          <a:off x="0" y="0"/>
          <a:ext cx="0" cy="0"/>
          <a:chOff x="0" y="0"/>
          <a:chExt cx="0" cy="0"/>
        </a:xfrm>
      </p:grpSpPr>
      <p:pic>
        <p:nvPicPr>
          <p:cNvPr id="21" name="Picture 20" descr="A picture containing diagram&#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grpSp>
        <p:nvGrpSpPr>
          <p:cNvPr id="3" name="Group 2"/>
          <p:cNvGrpSpPr/>
          <p:nvPr userDrawn="1"/>
        </p:nvGrpSpPr>
        <p:grpSpPr>
          <a:xfrm>
            <a:off x="9740382" y="383"/>
            <a:ext cx="1965845" cy="5711860"/>
            <a:chOff x="19483299" y="766"/>
            <a:chExt cx="3932201" cy="11423720"/>
          </a:xfrm>
        </p:grpSpPr>
        <p:grpSp>
          <p:nvGrpSpPr>
            <p:cNvPr id="5" name="Group 4"/>
            <p:cNvGrpSpPr/>
            <p:nvPr userDrawn="1"/>
          </p:nvGrpSpPr>
          <p:grpSpPr>
            <a:xfrm>
              <a:off x="19738371" y="766"/>
              <a:ext cx="3677129" cy="11271397"/>
              <a:chOff x="19256188" y="44303"/>
              <a:chExt cx="3092775" cy="11233373"/>
            </a:xfrm>
          </p:grpSpPr>
          <p:cxnSp>
            <p:nvCxnSpPr>
              <p:cNvPr id="6" name="Straight Connector 5"/>
              <p:cNvCxnSpPr/>
              <p:nvPr userDrawn="1"/>
            </p:nvCxnSpPr>
            <p:spPr>
              <a:xfrm>
                <a:off x="22348844" y="44303"/>
                <a:ext cx="0" cy="10547498"/>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userDrawn="1"/>
            </p:nvGrpSpPr>
            <p:grpSpPr>
              <a:xfrm>
                <a:off x="19256188" y="9874104"/>
                <a:ext cx="3092775" cy="1403572"/>
                <a:chOff x="19256188" y="9874104"/>
                <a:chExt cx="3092775" cy="1403572"/>
              </a:xfrm>
            </p:grpSpPr>
            <p:sp>
              <p:nvSpPr>
                <p:cNvPr id="8" name="Arc 7"/>
                <p:cNvSpPr/>
                <p:nvPr userDrawn="1"/>
              </p:nvSpPr>
              <p:spPr>
                <a:xfrm rot="5400000">
                  <a:off x="20945466" y="9874104"/>
                  <a:ext cx="1403497" cy="1403497"/>
                </a:xfrm>
                <a:prstGeom prst="arc">
                  <a:avLst/>
                </a:prstGeom>
                <a:ln>
                  <a:solidFill>
                    <a:srgbClr val="B5B5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9" name="Straight Connector 8"/>
                <p:cNvCxnSpPr/>
                <p:nvPr userDrawn="1"/>
              </p:nvCxnSpPr>
              <p:spPr>
                <a:xfrm>
                  <a:off x="19256188" y="11277676"/>
                  <a:ext cx="2391026" cy="0"/>
                </a:xfrm>
                <a:prstGeom prst="line">
                  <a:avLst/>
                </a:prstGeom>
                <a:ln>
                  <a:solidFill>
                    <a:srgbClr val="B5B5B5"/>
                  </a:solidFill>
                </a:ln>
              </p:spPr>
              <p:style>
                <a:lnRef idx="1">
                  <a:schemeClr val="accent1"/>
                </a:lnRef>
                <a:fillRef idx="0">
                  <a:schemeClr val="accent1"/>
                </a:fillRef>
                <a:effectRef idx="0">
                  <a:schemeClr val="accent1"/>
                </a:effectRef>
                <a:fontRef idx="minor">
                  <a:schemeClr val="tx1"/>
                </a:fontRef>
              </p:style>
            </p:cxnSp>
          </p:grpSp>
        </p:grpSp>
        <p:sp>
          <p:nvSpPr>
            <p:cNvPr id="10" name="Oval 9"/>
            <p:cNvSpPr/>
            <p:nvPr userDrawn="1"/>
          </p:nvSpPr>
          <p:spPr>
            <a:xfrm>
              <a:off x="19483299" y="11119686"/>
              <a:ext cx="304840" cy="3048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grpSp>
        <p:nvGrpSpPr>
          <p:cNvPr id="2" name="Group 1"/>
          <p:cNvGrpSpPr/>
          <p:nvPr userDrawn="1"/>
        </p:nvGrpSpPr>
        <p:grpSpPr>
          <a:xfrm>
            <a:off x="807785" y="4080196"/>
            <a:ext cx="3186699" cy="152400"/>
            <a:chOff x="1615781" y="8160392"/>
            <a:chExt cx="6374227" cy="304800"/>
          </a:xfrm>
        </p:grpSpPr>
        <p:cxnSp>
          <p:nvCxnSpPr>
            <p:cNvPr id="11" name="Straight Connector 10"/>
            <p:cNvCxnSpPr/>
            <p:nvPr userDrawn="1"/>
          </p:nvCxnSpPr>
          <p:spPr>
            <a:xfrm>
              <a:off x="1768200" y="8312792"/>
              <a:ext cx="6221808" cy="0"/>
            </a:xfrm>
            <a:prstGeom prst="line">
              <a:avLst/>
            </a:prstGeom>
            <a:ln>
              <a:solidFill>
                <a:srgbClr val="B5B5B5">
                  <a:alpha val="49804"/>
                </a:srgbClr>
              </a:solidFill>
            </a:ln>
          </p:spPr>
          <p:style>
            <a:lnRef idx="1">
              <a:schemeClr val="accent1"/>
            </a:lnRef>
            <a:fillRef idx="0">
              <a:schemeClr val="accent1"/>
            </a:fillRef>
            <a:effectRef idx="0">
              <a:schemeClr val="accent1"/>
            </a:effectRef>
            <a:fontRef idx="minor">
              <a:schemeClr val="tx1"/>
            </a:fontRef>
          </p:style>
        </p:cxnSp>
        <p:sp>
          <p:nvSpPr>
            <p:cNvPr id="13" name="Oval 12"/>
            <p:cNvSpPr/>
            <p:nvPr userDrawn="1"/>
          </p:nvSpPr>
          <p:spPr>
            <a:xfrm>
              <a:off x="1615781" y="8160392"/>
              <a:ext cx="304840" cy="304800"/>
            </a:xfrm>
            <a:prstGeom prst="ellipse">
              <a:avLst/>
            </a:prstGeom>
            <a:solidFill>
              <a:srgbClr val="FF5A00"/>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grpSp>
          <p:nvGrpSpPr>
            <p:cNvPr id="14" name="Group 13"/>
            <p:cNvGrpSpPr/>
            <p:nvPr userDrawn="1"/>
          </p:nvGrpSpPr>
          <p:grpSpPr>
            <a:xfrm>
              <a:off x="4045496" y="8160392"/>
              <a:ext cx="3205395" cy="304800"/>
              <a:chOff x="2997609" y="8513318"/>
              <a:chExt cx="3204978" cy="304800"/>
            </a:xfrm>
            <a:solidFill>
              <a:srgbClr val="FF5A00"/>
            </a:solidFill>
            <a:effectLst>
              <a:outerShdw blurRad="645467" dist="377725" dir="3600000" algn="t" rotWithShape="0">
                <a:prstClr val="black">
                  <a:alpha val="40000"/>
                </a:prstClr>
              </a:outerShdw>
            </a:effectLst>
          </p:grpSpPr>
          <p:sp>
            <p:nvSpPr>
              <p:cNvPr id="15" name="Rounded Rectangle 14"/>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6" name="Delay 15"/>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232F3E"/>
                  </a:solidFill>
                </a:endParaRPr>
              </a:p>
            </p:txBody>
          </p:sp>
          <p:sp>
            <p:nvSpPr>
              <p:cNvPr id="17" name="Delay 16"/>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rgbClr val="232F3E"/>
                  </a:solidFill>
                </a:endParaRPr>
              </a:p>
            </p:txBody>
          </p:sp>
        </p:grpSp>
      </p:grpSp>
      <p:sp>
        <p:nvSpPr>
          <p:cNvPr id="22" name="Amazon Confidential"/>
          <p:cNvSpPr txBox="1"/>
          <p:nvPr userDrawn="1"/>
        </p:nvSpPr>
        <p:spPr>
          <a:xfrm>
            <a:off x="10128785" y="6442244"/>
            <a:ext cx="1720746" cy="151277"/>
          </a:xfrm>
          <a:prstGeom prst="rect">
            <a:avLst/>
          </a:prstGeom>
          <a:ln w="12700">
            <a:miter lim="400000"/>
          </a:ln>
        </p:spPr>
        <p:txBody>
          <a:bodyPr wrap="none" lIns="25377" tIns="25377" rIns="25377" bIns="2537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pic>
        <p:nvPicPr>
          <p:cNvPr id="23" name="Picture 22" descr="Logo&#10;&#10;Description automatically generated"/>
          <p:cNvPicPr>
            <a:picLocks noChangeAspect="1"/>
          </p:cNvPicPr>
          <p:nvPr userDrawn="1"/>
        </p:nvPicPr>
        <p:blipFill>
          <a:blip r:embed="rId3" cstate="print"/>
          <a:stretch>
            <a:fillRect/>
          </a:stretch>
        </p:blipFill>
        <p:spPr>
          <a:xfrm>
            <a:off x="375402" y="6225277"/>
            <a:ext cx="1682101" cy="433918"/>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No Image Cascade">
    <p:spTree>
      <p:nvGrpSpPr>
        <p:cNvPr id="1" name=""/>
        <p:cNvGrpSpPr/>
        <p:nvPr/>
      </p:nvGrpSpPr>
      <p:grpSpPr>
        <a:xfrm>
          <a:off x="0" y="0"/>
          <a:ext cx="0" cy="0"/>
          <a:chOff x="0" y="0"/>
          <a:chExt cx="0" cy="0"/>
        </a:xfrm>
      </p:grpSpPr>
      <p:pic>
        <p:nvPicPr>
          <p:cNvPr id="7" name="Picture 6" descr="A picture containing vector graphics&#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sp>
        <p:nvSpPr>
          <p:cNvPr id="23"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nvGrpSpPr>
          <p:cNvPr id="2" name="Group 1"/>
          <p:cNvGrpSpPr/>
          <p:nvPr userDrawn="1"/>
        </p:nvGrpSpPr>
        <p:grpSpPr>
          <a:xfrm>
            <a:off x="807786" y="383"/>
            <a:ext cx="10898440" cy="5711860"/>
            <a:chOff x="1615781" y="766"/>
            <a:chExt cx="21799719" cy="11423720"/>
          </a:xfrm>
        </p:grpSpPr>
        <p:grpSp>
          <p:nvGrpSpPr>
            <p:cNvPr id="25" name="Group 24"/>
            <p:cNvGrpSpPr/>
            <p:nvPr userDrawn="1"/>
          </p:nvGrpSpPr>
          <p:grpSpPr>
            <a:xfrm>
              <a:off x="19738371" y="766"/>
              <a:ext cx="3677129" cy="11271397"/>
              <a:chOff x="19256188" y="44303"/>
              <a:chExt cx="3092775" cy="11233373"/>
            </a:xfrm>
          </p:grpSpPr>
          <p:cxnSp>
            <p:nvCxnSpPr>
              <p:cNvPr id="26" name="Straight Connector 25"/>
              <p:cNvCxnSpPr/>
              <p:nvPr userDrawn="1"/>
            </p:nvCxnSpPr>
            <p:spPr>
              <a:xfrm>
                <a:off x="22348844" y="44303"/>
                <a:ext cx="0" cy="105474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userDrawn="1"/>
            </p:nvGrpSpPr>
            <p:grpSpPr>
              <a:xfrm>
                <a:off x="19256188" y="9874104"/>
                <a:ext cx="3092775" cy="1403572"/>
                <a:chOff x="19256188" y="9874104"/>
                <a:chExt cx="3092775" cy="1403572"/>
              </a:xfrm>
            </p:grpSpPr>
            <p:sp>
              <p:nvSpPr>
                <p:cNvPr id="28" name="Arc 27"/>
                <p:cNvSpPr/>
                <p:nvPr userDrawn="1"/>
              </p:nvSpPr>
              <p:spPr>
                <a:xfrm rot="5400000">
                  <a:off x="20945466" y="9874104"/>
                  <a:ext cx="1403497" cy="1403497"/>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29" name="Straight Connector 28"/>
                <p:cNvCxnSpPr/>
                <p:nvPr userDrawn="1"/>
              </p:nvCxnSpPr>
              <p:spPr>
                <a:xfrm>
                  <a:off x="19256188" y="11277676"/>
                  <a:ext cx="23910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30" name="Oval 29"/>
            <p:cNvSpPr/>
            <p:nvPr userDrawn="1"/>
          </p:nvSpPr>
          <p:spPr>
            <a:xfrm>
              <a:off x="19483299" y="11119686"/>
              <a:ext cx="304840" cy="304800"/>
            </a:xfrm>
            <a:prstGeom prst="ellipse">
              <a:avLst/>
            </a:prstGeom>
            <a:solidFill>
              <a:srgbClr val="8D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cxnSp>
          <p:nvCxnSpPr>
            <p:cNvPr id="31" name="Straight Connector 30"/>
            <p:cNvCxnSpPr/>
            <p:nvPr userDrawn="1"/>
          </p:nvCxnSpPr>
          <p:spPr>
            <a:xfrm>
              <a:off x="1768200" y="8312792"/>
              <a:ext cx="6221808"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userDrawn="1"/>
          </p:nvGrpSpPr>
          <p:grpSpPr>
            <a:xfrm>
              <a:off x="4045496" y="8160392"/>
              <a:ext cx="3205395" cy="304800"/>
              <a:chOff x="2997609" y="8513318"/>
              <a:chExt cx="3204978" cy="304800"/>
            </a:xfrm>
            <a:solidFill>
              <a:srgbClr val="8DECFF"/>
            </a:solidFill>
            <a:effectLst>
              <a:outerShdw blurRad="645467" dist="377725" dir="6000000" algn="t" rotWithShape="0">
                <a:prstClr val="black">
                  <a:alpha val="40000"/>
                </a:prstClr>
              </a:outerShdw>
            </a:effectLst>
          </p:grpSpPr>
          <p:sp>
            <p:nvSpPr>
              <p:cNvPr id="33" name="Rounded Rectangle 32"/>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4" name="Delay 33"/>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5" name="Delay 34"/>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36" name="Oval 35"/>
            <p:cNvSpPr/>
            <p:nvPr userDrawn="1"/>
          </p:nvSpPr>
          <p:spPr>
            <a:xfrm>
              <a:off x="1615781" y="8160392"/>
              <a:ext cx="304840" cy="304800"/>
            </a:xfrm>
            <a:prstGeom prst="ellipse">
              <a:avLst/>
            </a:prstGeom>
            <a:solidFill>
              <a:srgbClr val="8D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pic>
        <p:nvPicPr>
          <p:cNvPr id="37" name="Picture 36"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No Image Seattle Sky">
    <p:spTree>
      <p:nvGrpSpPr>
        <p:cNvPr id="1" name=""/>
        <p:cNvGrpSpPr/>
        <p:nvPr/>
      </p:nvGrpSpPr>
      <p:grpSpPr>
        <a:xfrm>
          <a:off x="0" y="0"/>
          <a:ext cx="0" cy="0"/>
          <a:chOff x="0" y="0"/>
          <a:chExt cx="0" cy="0"/>
        </a:xfrm>
      </p:grpSpPr>
      <p:pic>
        <p:nvPicPr>
          <p:cNvPr id="8" name="Picture 7" descr="Background pattern&#10;&#10;Description automatically generated with medium confidence"/>
          <p:cNvPicPr>
            <a:picLocks noChangeAspect="1"/>
          </p:cNvPicPr>
          <p:nvPr userDrawn="1"/>
        </p:nvPicPr>
        <p:blipFill>
          <a:blip r:embed="rId2"/>
          <a:stretch>
            <a:fillRect/>
          </a:stretch>
        </p:blipFill>
        <p:spPr>
          <a:xfrm>
            <a:off x="794" y="0"/>
            <a:ext cx="12190413" cy="6858000"/>
          </a:xfrm>
          <a:prstGeom prst="rect">
            <a:avLst/>
          </a:prstGeom>
        </p:spPr>
      </p:pic>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sp>
        <p:nvSpPr>
          <p:cNvPr id="23"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nvGrpSpPr>
          <p:cNvPr id="3" name="Group 2"/>
          <p:cNvGrpSpPr/>
          <p:nvPr userDrawn="1"/>
        </p:nvGrpSpPr>
        <p:grpSpPr>
          <a:xfrm>
            <a:off x="9740382" y="383"/>
            <a:ext cx="1965845" cy="5711860"/>
            <a:chOff x="19483299" y="766"/>
            <a:chExt cx="3932201" cy="11423720"/>
          </a:xfrm>
        </p:grpSpPr>
        <p:grpSp>
          <p:nvGrpSpPr>
            <p:cNvPr id="20" name="Group 19"/>
            <p:cNvGrpSpPr/>
            <p:nvPr userDrawn="1"/>
          </p:nvGrpSpPr>
          <p:grpSpPr>
            <a:xfrm>
              <a:off x="19738371" y="766"/>
              <a:ext cx="3677129" cy="11271397"/>
              <a:chOff x="19256188" y="44303"/>
              <a:chExt cx="3092775" cy="11233373"/>
            </a:xfrm>
          </p:grpSpPr>
          <p:cxnSp>
            <p:nvCxnSpPr>
              <p:cNvPr id="21" name="Straight Connector 20"/>
              <p:cNvCxnSpPr/>
              <p:nvPr userDrawn="1"/>
            </p:nvCxnSpPr>
            <p:spPr>
              <a:xfrm>
                <a:off x="22348844" y="44303"/>
                <a:ext cx="0" cy="105474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7" name="Group 36"/>
              <p:cNvGrpSpPr/>
              <p:nvPr userDrawn="1"/>
            </p:nvGrpSpPr>
            <p:grpSpPr>
              <a:xfrm>
                <a:off x="19256188" y="9874104"/>
                <a:ext cx="3092775" cy="1403572"/>
                <a:chOff x="19256188" y="9874104"/>
                <a:chExt cx="3092775" cy="1403572"/>
              </a:xfrm>
            </p:grpSpPr>
            <p:sp>
              <p:nvSpPr>
                <p:cNvPr id="38" name="Arc 37"/>
                <p:cNvSpPr/>
                <p:nvPr userDrawn="1"/>
              </p:nvSpPr>
              <p:spPr>
                <a:xfrm rot="5400000">
                  <a:off x="20945466" y="9874104"/>
                  <a:ext cx="1403497" cy="1403497"/>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39" name="Straight Connector 38"/>
                <p:cNvCxnSpPr/>
                <p:nvPr userDrawn="1"/>
              </p:nvCxnSpPr>
              <p:spPr>
                <a:xfrm>
                  <a:off x="19256188" y="11277676"/>
                  <a:ext cx="23910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40" name="Oval 39"/>
            <p:cNvSpPr/>
            <p:nvPr userDrawn="1"/>
          </p:nvSpPr>
          <p:spPr>
            <a:xfrm>
              <a:off x="19483299" y="11119686"/>
              <a:ext cx="304840" cy="304800"/>
            </a:xfrm>
            <a:prstGeom prst="ellipse">
              <a:avLst/>
            </a:prstGeom>
            <a:solidFill>
              <a:srgbClr val="FFE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grpSp>
        <p:nvGrpSpPr>
          <p:cNvPr id="2" name="Group 1"/>
          <p:cNvGrpSpPr/>
          <p:nvPr userDrawn="1"/>
        </p:nvGrpSpPr>
        <p:grpSpPr>
          <a:xfrm>
            <a:off x="807785" y="4080196"/>
            <a:ext cx="3186699" cy="152400"/>
            <a:chOff x="1615781" y="8160392"/>
            <a:chExt cx="6374227" cy="304800"/>
          </a:xfrm>
        </p:grpSpPr>
        <p:cxnSp>
          <p:nvCxnSpPr>
            <p:cNvPr id="41" name="Straight Connector 40"/>
            <p:cNvCxnSpPr/>
            <p:nvPr userDrawn="1"/>
          </p:nvCxnSpPr>
          <p:spPr>
            <a:xfrm>
              <a:off x="1768200" y="8312792"/>
              <a:ext cx="6221808"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42" name="Group 41"/>
            <p:cNvGrpSpPr/>
            <p:nvPr userDrawn="1"/>
          </p:nvGrpSpPr>
          <p:grpSpPr>
            <a:xfrm>
              <a:off x="4045496" y="8160392"/>
              <a:ext cx="3205395" cy="304800"/>
              <a:chOff x="2997609" y="8513318"/>
              <a:chExt cx="3204978" cy="304800"/>
            </a:xfrm>
            <a:solidFill>
              <a:srgbClr val="FFE483"/>
            </a:solidFill>
            <a:effectLst>
              <a:outerShdw blurRad="645467" dist="377725" dir="6000000" algn="t" rotWithShape="0">
                <a:prstClr val="black">
                  <a:alpha val="40000"/>
                </a:prstClr>
              </a:outerShdw>
            </a:effectLst>
          </p:grpSpPr>
          <p:sp>
            <p:nvSpPr>
              <p:cNvPr id="43" name="Rounded Rectangle 42"/>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44" name="Delay 43"/>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45" name="Delay 44"/>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46" name="Oval 45"/>
            <p:cNvSpPr/>
            <p:nvPr userDrawn="1"/>
          </p:nvSpPr>
          <p:spPr>
            <a:xfrm>
              <a:off x="1615781" y="8160392"/>
              <a:ext cx="304840" cy="304800"/>
            </a:xfrm>
            <a:prstGeom prst="ellipse">
              <a:avLst/>
            </a:prstGeom>
            <a:solidFill>
              <a:srgbClr val="FFE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pic>
        <p:nvPicPr>
          <p:cNvPr id="22" name="Picture 21"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No Image Niagara">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794" y="0"/>
            <a:ext cx="12190413" cy="6858000"/>
          </a:xfrm>
          <a:prstGeom prst="rect">
            <a:avLst/>
          </a:prstGeom>
        </p:spPr>
      </p:pic>
      <p:grpSp>
        <p:nvGrpSpPr>
          <p:cNvPr id="3" name="Group 2"/>
          <p:cNvGrpSpPr/>
          <p:nvPr userDrawn="1"/>
        </p:nvGrpSpPr>
        <p:grpSpPr>
          <a:xfrm>
            <a:off x="9740382" y="383"/>
            <a:ext cx="1965845" cy="5711860"/>
            <a:chOff x="19483299" y="766"/>
            <a:chExt cx="3932201" cy="11423720"/>
          </a:xfrm>
        </p:grpSpPr>
        <p:grpSp>
          <p:nvGrpSpPr>
            <p:cNvPr id="25" name="Group 24"/>
            <p:cNvGrpSpPr/>
            <p:nvPr userDrawn="1"/>
          </p:nvGrpSpPr>
          <p:grpSpPr>
            <a:xfrm>
              <a:off x="19738371" y="766"/>
              <a:ext cx="3677129" cy="11271397"/>
              <a:chOff x="19256188" y="44303"/>
              <a:chExt cx="3092775" cy="11233373"/>
            </a:xfrm>
          </p:grpSpPr>
          <p:cxnSp>
            <p:nvCxnSpPr>
              <p:cNvPr id="26" name="Straight Connector 25"/>
              <p:cNvCxnSpPr/>
              <p:nvPr userDrawn="1"/>
            </p:nvCxnSpPr>
            <p:spPr>
              <a:xfrm>
                <a:off x="22348844" y="44303"/>
                <a:ext cx="0" cy="105474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userDrawn="1"/>
            </p:nvGrpSpPr>
            <p:grpSpPr>
              <a:xfrm>
                <a:off x="19256188" y="9874104"/>
                <a:ext cx="3092775" cy="1403572"/>
                <a:chOff x="19256188" y="9874104"/>
                <a:chExt cx="3092775" cy="1403572"/>
              </a:xfrm>
            </p:grpSpPr>
            <p:sp>
              <p:nvSpPr>
                <p:cNvPr id="28" name="Arc 27"/>
                <p:cNvSpPr/>
                <p:nvPr userDrawn="1"/>
              </p:nvSpPr>
              <p:spPr>
                <a:xfrm rot="5400000">
                  <a:off x="20945466" y="9874104"/>
                  <a:ext cx="1403497" cy="1403497"/>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29" name="Straight Connector 28"/>
                <p:cNvCxnSpPr/>
                <p:nvPr userDrawn="1"/>
              </p:nvCxnSpPr>
              <p:spPr>
                <a:xfrm>
                  <a:off x="19256188" y="11277676"/>
                  <a:ext cx="23910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30" name="Oval 29"/>
            <p:cNvSpPr/>
            <p:nvPr userDrawn="1"/>
          </p:nvSpPr>
          <p:spPr>
            <a:xfrm>
              <a:off x="19483299" y="11119686"/>
              <a:ext cx="304840" cy="304800"/>
            </a:xfrm>
            <a:prstGeom prst="ellipse">
              <a:avLst/>
            </a:prstGeom>
            <a:solidFill>
              <a:srgbClr val="FF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grpSp>
        <p:nvGrpSpPr>
          <p:cNvPr id="2" name="Group 1"/>
          <p:cNvGrpSpPr/>
          <p:nvPr userDrawn="1"/>
        </p:nvGrpSpPr>
        <p:grpSpPr>
          <a:xfrm>
            <a:off x="807785" y="4080196"/>
            <a:ext cx="3186699" cy="152400"/>
            <a:chOff x="1615781" y="8160392"/>
            <a:chExt cx="6374227" cy="304800"/>
          </a:xfrm>
        </p:grpSpPr>
        <p:cxnSp>
          <p:nvCxnSpPr>
            <p:cNvPr id="31" name="Straight Connector 30"/>
            <p:cNvCxnSpPr/>
            <p:nvPr userDrawn="1"/>
          </p:nvCxnSpPr>
          <p:spPr>
            <a:xfrm>
              <a:off x="1768200" y="8312792"/>
              <a:ext cx="6221808"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userDrawn="1"/>
          </p:nvGrpSpPr>
          <p:grpSpPr>
            <a:xfrm>
              <a:off x="4045496" y="8160392"/>
              <a:ext cx="3205395" cy="304800"/>
              <a:chOff x="2997609" y="8513318"/>
              <a:chExt cx="3204978" cy="304800"/>
            </a:xfrm>
            <a:solidFill>
              <a:srgbClr val="FFC9C9"/>
            </a:solidFill>
            <a:effectLst>
              <a:outerShdw blurRad="645467" dist="377725" dir="6000000" algn="t" rotWithShape="0">
                <a:prstClr val="black">
                  <a:alpha val="40000"/>
                </a:prstClr>
              </a:outerShdw>
            </a:effectLst>
          </p:grpSpPr>
          <p:sp>
            <p:nvSpPr>
              <p:cNvPr id="33" name="Rounded Rectangle 32"/>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4" name="Delay 33"/>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5" name="Delay 34"/>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36" name="Oval 35"/>
            <p:cNvSpPr/>
            <p:nvPr userDrawn="1"/>
          </p:nvSpPr>
          <p:spPr>
            <a:xfrm>
              <a:off x="1615781" y="8160392"/>
              <a:ext cx="304840" cy="304800"/>
            </a:xfrm>
            <a:prstGeom prst="ellipse">
              <a:avLst/>
            </a:prstGeom>
            <a:solidFill>
              <a:srgbClr val="FF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sp>
        <p:nvSpPr>
          <p:cNvPr id="23"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38" name="Picture 37"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No Image Royal">
    <p:spTree>
      <p:nvGrpSpPr>
        <p:cNvPr id="1" name=""/>
        <p:cNvGrpSpPr/>
        <p:nvPr/>
      </p:nvGrpSpPr>
      <p:grpSpPr>
        <a:xfrm>
          <a:off x="0" y="0"/>
          <a:ext cx="0" cy="0"/>
          <a:chOff x="0" y="0"/>
          <a:chExt cx="0" cy="0"/>
        </a:xfrm>
      </p:grpSpPr>
      <p:pic>
        <p:nvPicPr>
          <p:cNvPr id="8" name="Picture 7" descr="Background pattern&#10;&#10;Description automatically generated with low confidence"/>
          <p:cNvPicPr>
            <a:picLocks noChangeAspect="1"/>
          </p:cNvPicPr>
          <p:nvPr userDrawn="1"/>
        </p:nvPicPr>
        <p:blipFill>
          <a:blip r:embed="rId2"/>
          <a:stretch>
            <a:fillRect/>
          </a:stretch>
        </p:blipFill>
        <p:spPr>
          <a:xfrm>
            <a:off x="794" y="0"/>
            <a:ext cx="12190413" cy="6858000"/>
          </a:xfrm>
          <a:prstGeom prst="rect">
            <a:avLst/>
          </a:prstGeom>
        </p:spPr>
      </p:pic>
      <p:grpSp>
        <p:nvGrpSpPr>
          <p:cNvPr id="3" name="Group 2"/>
          <p:cNvGrpSpPr/>
          <p:nvPr userDrawn="1"/>
        </p:nvGrpSpPr>
        <p:grpSpPr>
          <a:xfrm>
            <a:off x="9740382" y="383"/>
            <a:ext cx="1965845" cy="5711860"/>
            <a:chOff x="19483299" y="766"/>
            <a:chExt cx="3932201" cy="11423720"/>
          </a:xfrm>
        </p:grpSpPr>
        <p:grpSp>
          <p:nvGrpSpPr>
            <p:cNvPr id="21" name="Group 20"/>
            <p:cNvGrpSpPr/>
            <p:nvPr userDrawn="1"/>
          </p:nvGrpSpPr>
          <p:grpSpPr>
            <a:xfrm>
              <a:off x="19738371" y="766"/>
              <a:ext cx="3677129" cy="11271397"/>
              <a:chOff x="19256188" y="44303"/>
              <a:chExt cx="3092775" cy="11233373"/>
            </a:xfrm>
          </p:grpSpPr>
          <p:cxnSp>
            <p:nvCxnSpPr>
              <p:cNvPr id="37" name="Straight Connector 36"/>
              <p:cNvCxnSpPr/>
              <p:nvPr userDrawn="1"/>
            </p:nvCxnSpPr>
            <p:spPr>
              <a:xfrm>
                <a:off x="22348844" y="44303"/>
                <a:ext cx="0" cy="105474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8" name="Group 37"/>
              <p:cNvGrpSpPr/>
              <p:nvPr userDrawn="1"/>
            </p:nvGrpSpPr>
            <p:grpSpPr>
              <a:xfrm>
                <a:off x="19256188" y="9874104"/>
                <a:ext cx="3092775" cy="1403572"/>
                <a:chOff x="19256188" y="9874104"/>
                <a:chExt cx="3092775" cy="1403572"/>
              </a:xfrm>
            </p:grpSpPr>
            <p:sp>
              <p:nvSpPr>
                <p:cNvPr id="39" name="Arc 38"/>
                <p:cNvSpPr/>
                <p:nvPr userDrawn="1"/>
              </p:nvSpPr>
              <p:spPr>
                <a:xfrm rot="5400000">
                  <a:off x="20945466" y="9874104"/>
                  <a:ext cx="1403497" cy="1403497"/>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40" name="Straight Connector 39"/>
                <p:cNvCxnSpPr/>
                <p:nvPr userDrawn="1"/>
              </p:nvCxnSpPr>
              <p:spPr>
                <a:xfrm>
                  <a:off x="19256188" y="11277676"/>
                  <a:ext cx="23910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41" name="Oval 40"/>
            <p:cNvSpPr/>
            <p:nvPr userDrawn="1"/>
          </p:nvSpPr>
          <p:spPr>
            <a:xfrm>
              <a:off x="19483299" y="11119686"/>
              <a:ext cx="304840" cy="304800"/>
            </a:xfrm>
            <a:prstGeom prst="ellipse">
              <a:avLst/>
            </a:prstGeom>
            <a:solidFill>
              <a:srgbClr val="94F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grpSp>
        <p:nvGrpSpPr>
          <p:cNvPr id="2" name="Group 1"/>
          <p:cNvGrpSpPr/>
          <p:nvPr userDrawn="1"/>
        </p:nvGrpSpPr>
        <p:grpSpPr>
          <a:xfrm>
            <a:off x="807785" y="4080196"/>
            <a:ext cx="3186699" cy="152400"/>
            <a:chOff x="1615781" y="8160392"/>
            <a:chExt cx="6374227" cy="304800"/>
          </a:xfrm>
        </p:grpSpPr>
        <p:cxnSp>
          <p:nvCxnSpPr>
            <p:cNvPr id="42" name="Straight Connector 41"/>
            <p:cNvCxnSpPr/>
            <p:nvPr userDrawn="1"/>
          </p:nvCxnSpPr>
          <p:spPr>
            <a:xfrm>
              <a:off x="1768200" y="8312792"/>
              <a:ext cx="6221808"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43" name="Group 42"/>
            <p:cNvGrpSpPr/>
            <p:nvPr userDrawn="1"/>
          </p:nvGrpSpPr>
          <p:grpSpPr>
            <a:xfrm>
              <a:off x="4045496" y="8160392"/>
              <a:ext cx="3205395" cy="304800"/>
              <a:chOff x="2997609" y="8513318"/>
              <a:chExt cx="3204978" cy="304800"/>
            </a:xfrm>
            <a:solidFill>
              <a:srgbClr val="94FFE5"/>
            </a:solidFill>
            <a:effectLst>
              <a:outerShdw blurRad="645467" dist="377725" dir="6000000" algn="t" rotWithShape="0">
                <a:prstClr val="black">
                  <a:alpha val="40000"/>
                </a:prstClr>
              </a:outerShdw>
            </a:effectLst>
          </p:grpSpPr>
          <p:sp>
            <p:nvSpPr>
              <p:cNvPr id="44" name="Rounded Rectangle 43"/>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45" name="Delay 44"/>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46" name="Delay 45"/>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47" name="Oval 46"/>
            <p:cNvSpPr/>
            <p:nvPr userDrawn="1"/>
          </p:nvSpPr>
          <p:spPr>
            <a:xfrm>
              <a:off x="1615781" y="8160392"/>
              <a:ext cx="304840" cy="304800"/>
            </a:xfrm>
            <a:prstGeom prst="ellipse">
              <a:avLst/>
            </a:prstGeom>
            <a:solidFill>
              <a:srgbClr val="94F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sp>
        <p:nvSpPr>
          <p:cNvPr id="23"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25" name="Picture 24"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No Image Rose">
    <p:spTree>
      <p:nvGrpSpPr>
        <p:cNvPr id="1" name=""/>
        <p:cNvGrpSpPr/>
        <p:nvPr/>
      </p:nvGrpSpPr>
      <p:grpSpPr>
        <a:xfrm>
          <a:off x="0" y="0"/>
          <a:ext cx="0" cy="0"/>
          <a:chOff x="0" y="0"/>
          <a:chExt cx="0" cy="0"/>
        </a:xfrm>
      </p:grpSpPr>
      <p:pic>
        <p:nvPicPr>
          <p:cNvPr id="8" name="Picture 7" descr="A picture containing vector graphics&#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grpSp>
        <p:nvGrpSpPr>
          <p:cNvPr id="3" name="Group 2"/>
          <p:cNvGrpSpPr/>
          <p:nvPr userDrawn="1"/>
        </p:nvGrpSpPr>
        <p:grpSpPr>
          <a:xfrm>
            <a:off x="9740382" y="383"/>
            <a:ext cx="1965845" cy="5711860"/>
            <a:chOff x="19483299" y="766"/>
            <a:chExt cx="3932201" cy="11423720"/>
          </a:xfrm>
        </p:grpSpPr>
        <p:grpSp>
          <p:nvGrpSpPr>
            <p:cNvPr id="25" name="Group 24"/>
            <p:cNvGrpSpPr/>
            <p:nvPr userDrawn="1"/>
          </p:nvGrpSpPr>
          <p:grpSpPr>
            <a:xfrm>
              <a:off x="19738371" y="766"/>
              <a:ext cx="3677129" cy="11271397"/>
              <a:chOff x="19256188" y="44303"/>
              <a:chExt cx="3092775" cy="11233373"/>
            </a:xfrm>
          </p:grpSpPr>
          <p:cxnSp>
            <p:nvCxnSpPr>
              <p:cNvPr id="26" name="Straight Connector 25"/>
              <p:cNvCxnSpPr/>
              <p:nvPr userDrawn="1"/>
            </p:nvCxnSpPr>
            <p:spPr>
              <a:xfrm>
                <a:off x="22348844" y="44303"/>
                <a:ext cx="0" cy="105474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userDrawn="1"/>
            </p:nvGrpSpPr>
            <p:grpSpPr>
              <a:xfrm>
                <a:off x="19256188" y="9874104"/>
                <a:ext cx="3092775" cy="1403572"/>
                <a:chOff x="19256188" y="9874104"/>
                <a:chExt cx="3092775" cy="1403572"/>
              </a:xfrm>
            </p:grpSpPr>
            <p:sp>
              <p:nvSpPr>
                <p:cNvPr id="28" name="Arc 27"/>
                <p:cNvSpPr/>
                <p:nvPr userDrawn="1"/>
              </p:nvSpPr>
              <p:spPr>
                <a:xfrm rot="5400000">
                  <a:off x="20945466" y="9874104"/>
                  <a:ext cx="1403497" cy="1403497"/>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00"/>
                </a:p>
              </p:txBody>
            </p:sp>
            <p:cxnSp>
              <p:nvCxnSpPr>
                <p:cNvPr id="29" name="Straight Connector 28"/>
                <p:cNvCxnSpPr/>
                <p:nvPr userDrawn="1"/>
              </p:nvCxnSpPr>
              <p:spPr>
                <a:xfrm>
                  <a:off x="19256188" y="11277676"/>
                  <a:ext cx="23910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30" name="Oval 29"/>
            <p:cNvSpPr/>
            <p:nvPr userDrawn="1"/>
          </p:nvSpPr>
          <p:spPr>
            <a:xfrm>
              <a:off x="19483299" y="11119686"/>
              <a:ext cx="304840" cy="304800"/>
            </a:xfrm>
            <a:prstGeom prst="ellipse">
              <a:avLst/>
            </a:prstGeom>
            <a:solidFill>
              <a:srgbClr val="3B0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grpSp>
        <p:nvGrpSpPr>
          <p:cNvPr id="2" name="Group 1"/>
          <p:cNvGrpSpPr/>
          <p:nvPr userDrawn="1"/>
        </p:nvGrpSpPr>
        <p:grpSpPr>
          <a:xfrm>
            <a:off x="807785" y="4080196"/>
            <a:ext cx="3186699" cy="152400"/>
            <a:chOff x="1615781" y="8160392"/>
            <a:chExt cx="6374227" cy="304800"/>
          </a:xfrm>
        </p:grpSpPr>
        <p:cxnSp>
          <p:nvCxnSpPr>
            <p:cNvPr id="31" name="Straight Connector 30"/>
            <p:cNvCxnSpPr/>
            <p:nvPr userDrawn="1"/>
          </p:nvCxnSpPr>
          <p:spPr>
            <a:xfrm>
              <a:off x="1768200" y="8312792"/>
              <a:ext cx="6221808"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userDrawn="1"/>
          </p:nvGrpSpPr>
          <p:grpSpPr>
            <a:xfrm>
              <a:off x="4045496" y="8160392"/>
              <a:ext cx="3205395" cy="304800"/>
              <a:chOff x="2997609" y="8513318"/>
              <a:chExt cx="3204978" cy="304800"/>
            </a:xfrm>
            <a:solidFill>
              <a:srgbClr val="3B00E4"/>
            </a:solidFill>
            <a:effectLst>
              <a:outerShdw blurRad="645467" dist="377725" dir="6000000" algn="t" rotWithShape="0">
                <a:prstClr val="black">
                  <a:alpha val="40000"/>
                </a:prstClr>
              </a:outerShdw>
            </a:effectLst>
          </p:grpSpPr>
          <p:sp>
            <p:nvSpPr>
              <p:cNvPr id="33" name="Rounded Rectangle 32"/>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4" name="Delay 33"/>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5" name="Delay 34"/>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36" name="Oval 35"/>
            <p:cNvSpPr/>
            <p:nvPr userDrawn="1"/>
          </p:nvSpPr>
          <p:spPr>
            <a:xfrm>
              <a:off x="1615781" y="8160392"/>
              <a:ext cx="304840" cy="304800"/>
            </a:xfrm>
            <a:prstGeom prst="ellipse">
              <a:avLst/>
            </a:prstGeom>
            <a:solidFill>
              <a:srgbClr val="3B0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12" name="Text Placeholder 11"/>
          <p:cNvSpPr>
            <a:spLocks noGrp="1"/>
          </p:cNvSpPr>
          <p:nvPr>
            <p:ph type="body" sz="quarter" idx="11" hasCustomPrompt="1"/>
          </p:nvPr>
        </p:nvSpPr>
        <p:spPr>
          <a:xfrm>
            <a:off x="1074739" y="2344739"/>
            <a:ext cx="9593262" cy="1487488"/>
          </a:xfrm>
          <a:prstGeom prst="rect">
            <a:avLst/>
          </a:prstGeom>
        </p:spPr>
        <p:txBody>
          <a:bodyPr anchor="b"/>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Presentation. Title.</a:t>
            </a:r>
            <a:endParaRPr lang="en-US" dirty="0"/>
          </a:p>
        </p:txBody>
      </p:sp>
      <p:sp>
        <p:nvSpPr>
          <p:cNvPr id="4" name="Text Placeholder 13"/>
          <p:cNvSpPr>
            <a:spLocks noGrp="1"/>
          </p:cNvSpPr>
          <p:nvPr>
            <p:ph type="body" sz="quarter" idx="12" hasCustomPrompt="1"/>
          </p:nvPr>
        </p:nvSpPr>
        <p:spPr>
          <a:xfrm>
            <a:off x="3088488" y="5084320"/>
            <a:ext cx="4928197" cy="1149418"/>
          </a:xfrm>
          <a:prstGeom prst="rect">
            <a:avLst/>
          </a:prstGeom>
        </p:spPr>
        <p:txBody>
          <a:bodyPr/>
          <a:lstStyle>
            <a:lvl1pPr marL="0" marR="0" indent="0" algn="l" defTabSz="456565" rtl="0" eaLnBrk="1" fontAlgn="auto" latinLnBrk="0" hangingPunct="1">
              <a:lnSpc>
                <a:spcPct val="120000"/>
              </a:lnSpc>
              <a:spcBef>
                <a:spcPts val="500"/>
              </a:spcBef>
              <a:spcAft>
                <a:spcPts val="0"/>
              </a:spcAft>
              <a:buClrTx/>
              <a:buSzTx/>
              <a:buFontTx/>
              <a:buNone/>
              <a:defRPr sz="22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and/or date goes here over two lines if necessary</a:t>
            </a:r>
            <a:endParaRPr lang="en-US" dirty="0"/>
          </a:p>
          <a:p>
            <a:pPr lvl="0"/>
            <a:endParaRPr lang="en-US" dirty="0"/>
          </a:p>
        </p:txBody>
      </p:sp>
      <p:sp>
        <p:nvSpPr>
          <p:cNvPr id="23"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38" name="Picture 37"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w Image Cascade">
    <p:bg>
      <p:bgRef idx="1001">
        <a:schemeClr val="bg1"/>
      </p:bgRef>
    </p:bg>
    <p:spTree>
      <p:nvGrpSpPr>
        <p:cNvPr id="1" name=""/>
        <p:cNvGrpSpPr/>
        <p:nvPr/>
      </p:nvGrpSpPr>
      <p:grpSpPr>
        <a:xfrm>
          <a:off x="0" y="0"/>
          <a:ext cx="0" cy="0"/>
          <a:chOff x="0" y="0"/>
          <a:chExt cx="0" cy="0"/>
        </a:xfrm>
      </p:grpSpPr>
      <p:pic>
        <p:nvPicPr>
          <p:cNvPr id="18" name="Picture 17" descr="A picture containing venn diagram&#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sp>
        <p:nvSpPr>
          <p:cNvPr id="7"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nvGrpSpPr>
          <p:cNvPr id="2" name="Group 1"/>
          <p:cNvGrpSpPr/>
          <p:nvPr userDrawn="1"/>
        </p:nvGrpSpPr>
        <p:grpSpPr>
          <a:xfrm>
            <a:off x="889375" y="1486696"/>
            <a:ext cx="4062389" cy="152400"/>
            <a:chOff x="1778979" y="2973391"/>
            <a:chExt cx="8125836" cy="304800"/>
          </a:xfrm>
        </p:grpSpPr>
        <p:cxnSp>
          <p:nvCxnSpPr>
            <p:cNvPr id="8" name="Straight Connector 7"/>
            <p:cNvCxnSpPr/>
            <p:nvPr userDrawn="1"/>
          </p:nvCxnSpPr>
          <p:spPr>
            <a:xfrm>
              <a:off x="1931399" y="3125791"/>
              <a:ext cx="797341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userDrawn="1"/>
          </p:nvGrpSpPr>
          <p:grpSpPr>
            <a:xfrm>
              <a:off x="4208695" y="2973391"/>
              <a:ext cx="3205395" cy="304800"/>
              <a:chOff x="2997609" y="8513318"/>
              <a:chExt cx="3204978" cy="304800"/>
            </a:xfrm>
            <a:solidFill>
              <a:srgbClr val="8DECFF"/>
            </a:solidFill>
            <a:effectLst>
              <a:outerShdw blurRad="645467" dist="377725" dir="3000000" algn="t" rotWithShape="0">
                <a:srgbClr val="232F3E">
                  <a:alpha val="40000"/>
                </a:srgbClr>
              </a:outerShdw>
            </a:effectLst>
          </p:grpSpPr>
          <p:sp>
            <p:nvSpPr>
              <p:cNvPr id="10" name="Rounded Rectangle 9"/>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1" name="Delay 10"/>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3" name="Delay 12"/>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14" name="Oval 13"/>
            <p:cNvSpPr/>
            <p:nvPr userDrawn="1"/>
          </p:nvSpPr>
          <p:spPr>
            <a:xfrm>
              <a:off x="1778979" y="2973391"/>
              <a:ext cx="304840" cy="304800"/>
            </a:xfrm>
            <a:prstGeom prst="ellipse">
              <a:avLst/>
            </a:prstGeom>
            <a:solidFill>
              <a:srgbClr val="8DECFF"/>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12" name="Text Placeholder 11"/>
          <p:cNvSpPr>
            <a:spLocks noGrp="1"/>
          </p:cNvSpPr>
          <p:nvPr>
            <p:ph type="body" sz="quarter" idx="11" hasCustomPrompt="1"/>
          </p:nvPr>
        </p:nvSpPr>
        <p:spPr>
          <a:xfrm>
            <a:off x="628235" y="2244731"/>
            <a:ext cx="6236128" cy="1037802"/>
          </a:xfrm>
          <a:prstGeom prst="rect">
            <a:avLst/>
          </a:prstGeom>
        </p:spPr>
        <p:txBody>
          <a:bodyPr/>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sp>
        <p:nvSpPr>
          <p:cNvPr id="3" name="Text Placeholder 2"/>
          <p:cNvSpPr>
            <a:spLocks noGrp="1"/>
          </p:cNvSpPr>
          <p:nvPr>
            <p:ph type="body" sz="quarter" idx="12" hasCustomPrompt="1"/>
          </p:nvPr>
        </p:nvSpPr>
        <p:spPr>
          <a:xfrm>
            <a:off x="1727484" y="4355371"/>
            <a:ext cx="4663021" cy="1361281"/>
          </a:xfrm>
          <a:prstGeom prst="rect">
            <a:avLst/>
          </a:prstGeom>
        </p:spPr>
        <p:txBody>
          <a:bodyPr/>
          <a:lstStyle>
            <a:lvl1pPr marL="0" indent="0">
              <a:lnSpc>
                <a:spcPct val="120000"/>
              </a:lnSpc>
              <a:buFontTx/>
              <a:buNone/>
              <a:defRPr sz="16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 goes here</a:t>
            </a:r>
            <a:endParaRPr lang="en-US" dirty="0"/>
          </a:p>
        </p:txBody>
      </p:sp>
      <p:sp>
        <p:nvSpPr>
          <p:cNvPr id="4" name="Text Placeholder 11"/>
          <p:cNvSpPr>
            <a:spLocks noGrp="1"/>
          </p:cNvSpPr>
          <p:nvPr>
            <p:ph type="body" sz="quarter" idx="13" hasCustomPrompt="1"/>
          </p:nvPr>
        </p:nvSpPr>
        <p:spPr>
          <a:xfrm>
            <a:off x="1736219" y="3300051"/>
            <a:ext cx="4663022" cy="1037802"/>
          </a:xfrm>
          <a:prstGeom prst="rect">
            <a:avLst/>
          </a:prstGeom>
        </p:spPr>
        <p:txBody>
          <a:bodyPr/>
          <a:lstStyle>
            <a:lvl1pPr marL="0" indent="0">
              <a:buFontTx/>
              <a:buNone/>
              <a:defRPr sz="3745" b="1" i="0">
                <a:solidFill>
                  <a:schemeClr val="bg1">
                    <a:alpha val="50176"/>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pic>
        <p:nvPicPr>
          <p:cNvPr id="17" name="Picture 16"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w Image Seattle Sky">
    <p:spTree>
      <p:nvGrpSpPr>
        <p:cNvPr id="1" name=""/>
        <p:cNvGrpSpPr/>
        <p:nvPr/>
      </p:nvGrpSpPr>
      <p:grpSpPr>
        <a:xfrm>
          <a:off x="0" y="0"/>
          <a:ext cx="0" cy="0"/>
          <a:chOff x="0" y="0"/>
          <a:chExt cx="0" cy="0"/>
        </a:xfrm>
      </p:grpSpPr>
      <p:pic>
        <p:nvPicPr>
          <p:cNvPr id="6" name="Picture 5" descr="A picture containing background pattern&#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grpSp>
        <p:nvGrpSpPr>
          <p:cNvPr id="2" name="Group 1"/>
          <p:cNvGrpSpPr/>
          <p:nvPr userDrawn="1"/>
        </p:nvGrpSpPr>
        <p:grpSpPr>
          <a:xfrm>
            <a:off x="889375" y="1486696"/>
            <a:ext cx="4062389" cy="152400"/>
            <a:chOff x="1778979" y="2973391"/>
            <a:chExt cx="8125836" cy="304800"/>
          </a:xfrm>
        </p:grpSpPr>
        <p:cxnSp>
          <p:nvCxnSpPr>
            <p:cNvPr id="17" name="Straight Connector 16"/>
            <p:cNvCxnSpPr/>
            <p:nvPr userDrawn="1"/>
          </p:nvCxnSpPr>
          <p:spPr>
            <a:xfrm>
              <a:off x="1931399" y="3125791"/>
              <a:ext cx="797341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userDrawn="1"/>
          </p:nvGrpSpPr>
          <p:grpSpPr>
            <a:xfrm>
              <a:off x="4208695" y="2973391"/>
              <a:ext cx="3205395" cy="304800"/>
              <a:chOff x="2997609" y="8513318"/>
              <a:chExt cx="3204978" cy="304800"/>
            </a:xfrm>
            <a:solidFill>
              <a:srgbClr val="FFE483"/>
            </a:solidFill>
            <a:effectLst>
              <a:outerShdw blurRad="645467" dist="377725" dir="3000000" algn="t" rotWithShape="0">
                <a:srgbClr val="232F3E">
                  <a:alpha val="40000"/>
                </a:srgbClr>
              </a:outerShdw>
            </a:effectLst>
          </p:grpSpPr>
          <p:sp>
            <p:nvSpPr>
              <p:cNvPr id="19" name="Rounded Rectangle 18"/>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0" name="Delay 19"/>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1" name="Delay 20"/>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22" name="Oval 21"/>
            <p:cNvSpPr/>
            <p:nvPr userDrawn="1"/>
          </p:nvSpPr>
          <p:spPr>
            <a:xfrm>
              <a:off x="1778979" y="2973391"/>
              <a:ext cx="304840" cy="304800"/>
            </a:xfrm>
            <a:prstGeom prst="ellipse">
              <a:avLst/>
            </a:prstGeom>
            <a:solidFill>
              <a:srgbClr val="FFE483"/>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7"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4" name="Text Placeholder 2"/>
          <p:cNvSpPr>
            <a:spLocks noGrp="1"/>
          </p:cNvSpPr>
          <p:nvPr>
            <p:ph type="body" sz="quarter" idx="12" hasCustomPrompt="1"/>
          </p:nvPr>
        </p:nvSpPr>
        <p:spPr>
          <a:xfrm>
            <a:off x="1727484" y="4355371"/>
            <a:ext cx="4663021" cy="1361281"/>
          </a:xfrm>
          <a:prstGeom prst="rect">
            <a:avLst/>
          </a:prstGeom>
        </p:spPr>
        <p:txBody>
          <a:bodyPr/>
          <a:lstStyle>
            <a:lvl1pPr marL="0" indent="0">
              <a:lnSpc>
                <a:spcPct val="120000"/>
              </a:lnSpc>
              <a:buFontTx/>
              <a:buNone/>
              <a:defRPr sz="16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 goes here</a:t>
            </a:r>
            <a:endParaRPr lang="en-US" dirty="0"/>
          </a:p>
        </p:txBody>
      </p:sp>
      <p:sp>
        <p:nvSpPr>
          <p:cNvPr id="25" name="Text Placeholder 11"/>
          <p:cNvSpPr>
            <a:spLocks noGrp="1"/>
          </p:cNvSpPr>
          <p:nvPr>
            <p:ph type="body" sz="quarter" idx="13" hasCustomPrompt="1"/>
          </p:nvPr>
        </p:nvSpPr>
        <p:spPr>
          <a:xfrm>
            <a:off x="1736219" y="3300051"/>
            <a:ext cx="4663022" cy="1037802"/>
          </a:xfrm>
          <a:prstGeom prst="rect">
            <a:avLst/>
          </a:prstGeom>
        </p:spPr>
        <p:txBody>
          <a:bodyPr/>
          <a:lstStyle>
            <a:lvl1pPr marL="0" indent="0">
              <a:buFontTx/>
              <a:buNone/>
              <a:defRPr sz="3745" b="1" i="0">
                <a:solidFill>
                  <a:schemeClr val="bg1">
                    <a:alpha val="50176"/>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sp>
        <p:nvSpPr>
          <p:cNvPr id="26" name="Text Placeholder 11"/>
          <p:cNvSpPr>
            <a:spLocks noGrp="1"/>
          </p:cNvSpPr>
          <p:nvPr>
            <p:ph type="body" sz="quarter" idx="11" hasCustomPrompt="1"/>
          </p:nvPr>
        </p:nvSpPr>
        <p:spPr>
          <a:xfrm>
            <a:off x="628235" y="2244731"/>
            <a:ext cx="6236128" cy="1037802"/>
          </a:xfrm>
          <a:prstGeom prst="rect">
            <a:avLst/>
          </a:prstGeom>
        </p:spPr>
        <p:txBody>
          <a:bodyPr/>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pic>
        <p:nvPicPr>
          <p:cNvPr id="27" name="Picture 26"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w Image Niagara">
    <p:spTree>
      <p:nvGrpSpPr>
        <p:cNvPr id="1" name=""/>
        <p:cNvGrpSpPr/>
        <p:nvPr/>
      </p:nvGrpSpPr>
      <p:grpSpPr>
        <a:xfrm>
          <a:off x="0" y="0"/>
          <a:ext cx="0" cy="0"/>
          <a:chOff x="0" y="0"/>
          <a:chExt cx="0" cy="0"/>
        </a:xfrm>
      </p:grpSpPr>
      <p:pic>
        <p:nvPicPr>
          <p:cNvPr id="6" name="Picture 5" descr="Background pattern&#10;&#10;Description automatically generated with low confidence"/>
          <p:cNvPicPr>
            <a:picLocks noChangeAspect="1"/>
          </p:cNvPicPr>
          <p:nvPr userDrawn="1"/>
        </p:nvPicPr>
        <p:blipFill>
          <a:blip r:embed="rId2"/>
          <a:stretch>
            <a:fillRect/>
          </a:stretch>
        </p:blipFill>
        <p:spPr>
          <a:xfrm>
            <a:off x="794" y="0"/>
            <a:ext cx="12190413" cy="6858000"/>
          </a:xfrm>
          <a:prstGeom prst="rect">
            <a:avLst/>
          </a:prstGeom>
        </p:spPr>
      </p:pic>
      <p:grpSp>
        <p:nvGrpSpPr>
          <p:cNvPr id="2" name="Group 1"/>
          <p:cNvGrpSpPr/>
          <p:nvPr userDrawn="1"/>
        </p:nvGrpSpPr>
        <p:grpSpPr>
          <a:xfrm>
            <a:off x="889375" y="1486696"/>
            <a:ext cx="4062389" cy="152400"/>
            <a:chOff x="1778979" y="2973391"/>
            <a:chExt cx="8125836" cy="304800"/>
          </a:xfrm>
        </p:grpSpPr>
        <p:cxnSp>
          <p:nvCxnSpPr>
            <p:cNvPr id="24" name="Straight Connector 23"/>
            <p:cNvCxnSpPr/>
            <p:nvPr userDrawn="1"/>
          </p:nvCxnSpPr>
          <p:spPr>
            <a:xfrm>
              <a:off x="1931399" y="3125791"/>
              <a:ext cx="797341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4208695" y="2973391"/>
              <a:ext cx="3205395" cy="304800"/>
              <a:chOff x="2997609" y="8513318"/>
              <a:chExt cx="3204978" cy="304800"/>
            </a:xfrm>
            <a:solidFill>
              <a:srgbClr val="FFC9C9"/>
            </a:solidFill>
            <a:effectLst>
              <a:outerShdw blurRad="645467" dist="377725" dir="3000000" algn="t" rotWithShape="0">
                <a:srgbClr val="232F3E">
                  <a:alpha val="40000"/>
                </a:srgbClr>
              </a:outerShdw>
            </a:effectLst>
          </p:grpSpPr>
          <p:sp>
            <p:nvSpPr>
              <p:cNvPr id="26" name="Rounded Rectangle 25"/>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Delay 26"/>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8" name="Delay 27"/>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29" name="Oval 28"/>
            <p:cNvSpPr/>
            <p:nvPr userDrawn="1"/>
          </p:nvSpPr>
          <p:spPr>
            <a:xfrm>
              <a:off x="1778979" y="2973391"/>
              <a:ext cx="304840" cy="304800"/>
            </a:xfrm>
            <a:prstGeom prst="ellipse">
              <a:avLst/>
            </a:prstGeom>
            <a:solidFill>
              <a:srgbClr val="FFC9C9"/>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7"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8" name="Text Placeholder 2"/>
          <p:cNvSpPr>
            <a:spLocks noGrp="1"/>
          </p:cNvSpPr>
          <p:nvPr>
            <p:ph type="body" sz="quarter" idx="12" hasCustomPrompt="1"/>
          </p:nvPr>
        </p:nvSpPr>
        <p:spPr>
          <a:xfrm>
            <a:off x="1727484" y="4355371"/>
            <a:ext cx="4663021" cy="1361281"/>
          </a:xfrm>
          <a:prstGeom prst="rect">
            <a:avLst/>
          </a:prstGeom>
        </p:spPr>
        <p:txBody>
          <a:bodyPr/>
          <a:lstStyle>
            <a:lvl1pPr marL="0" indent="0">
              <a:lnSpc>
                <a:spcPct val="120000"/>
              </a:lnSpc>
              <a:buFontTx/>
              <a:buNone/>
              <a:defRPr sz="16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 goes here</a:t>
            </a:r>
            <a:endParaRPr lang="en-US" dirty="0"/>
          </a:p>
        </p:txBody>
      </p:sp>
      <p:sp>
        <p:nvSpPr>
          <p:cNvPr id="19" name="Text Placeholder 11"/>
          <p:cNvSpPr>
            <a:spLocks noGrp="1"/>
          </p:cNvSpPr>
          <p:nvPr>
            <p:ph type="body" sz="quarter" idx="13" hasCustomPrompt="1"/>
          </p:nvPr>
        </p:nvSpPr>
        <p:spPr>
          <a:xfrm>
            <a:off x="1736219" y="3300051"/>
            <a:ext cx="4663022" cy="1037802"/>
          </a:xfrm>
          <a:prstGeom prst="rect">
            <a:avLst/>
          </a:prstGeom>
        </p:spPr>
        <p:txBody>
          <a:bodyPr/>
          <a:lstStyle>
            <a:lvl1pPr marL="0" indent="0">
              <a:buFontTx/>
              <a:buNone/>
              <a:defRPr sz="3745" b="1" i="0">
                <a:solidFill>
                  <a:schemeClr val="bg1">
                    <a:alpha val="50176"/>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sp>
        <p:nvSpPr>
          <p:cNvPr id="20" name="Text Placeholder 11"/>
          <p:cNvSpPr>
            <a:spLocks noGrp="1"/>
          </p:cNvSpPr>
          <p:nvPr>
            <p:ph type="body" sz="quarter" idx="11" hasCustomPrompt="1"/>
          </p:nvPr>
        </p:nvSpPr>
        <p:spPr>
          <a:xfrm>
            <a:off x="628235" y="2244731"/>
            <a:ext cx="6236128" cy="1037802"/>
          </a:xfrm>
          <a:prstGeom prst="rect">
            <a:avLst/>
          </a:prstGeom>
        </p:spPr>
        <p:txBody>
          <a:bodyPr/>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pic>
        <p:nvPicPr>
          <p:cNvPr id="17" name="Picture 16"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w Image Royal">
    <p:spTree>
      <p:nvGrpSpPr>
        <p:cNvPr id="1" name=""/>
        <p:cNvGrpSpPr/>
        <p:nvPr/>
      </p:nvGrpSpPr>
      <p:grpSpPr>
        <a:xfrm>
          <a:off x="0" y="0"/>
          <a:ext cx="0" cy="0"/>
          <a:chOff x="0" y="0"/>
          <a:chExt cx="0" cy="0"/>
        </a:xfrm>
      </p:grpSpPr>
      <p:pic>
        <p:nvPicPr>
          <p:cNvPr id="6" name="Picture 5" descr="A picture containing background pattern&#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grpSp>
        <p:nvGrpSpPr>
          <p:cNvPr id="2" name="Group 1"/>
          <p:cNvGrpSpPr/>
          <p:nvPr userDrawn="1"/>
        </p:nvGrpSpPr>
        <p:grpSpPr>
          <a:xfrm>
            <a:off x="889375" y="1486696"/>
            <a:ext cx="4062389" cy="152400"/>
            <a:chOff x="1778979" y="2973391"/>
            <a:chExt cx="8125836" cy="304800"/>
          </a:xfrm>
        </p:grpSpPr>
        <p:cxnSp>
          <p:nvCxnSpPr>
            <p:cNvPr id="17" name="Straight Connector 16"/>
            <p:cNvCxnSpPr/>
            <p:nvPr userDrawn="1"/>
          </p:nvCxnSpPr>
          <p:spPr>
            <a:xfrm>
              <a:off x="1931399" y="3125791"/>
              <a:ext cx="797341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userDrawn="1"/>
          </p:nvGrpSpPr>
          <p:grpSpPr>
            <a:xfrm>
              <a:off x="4208695" y="2973391"/>
              <a:ext cx="3205395" cy="304800"/>
              <a:chOff x="2997609" y="8513318"/>
              <a:chExt cx="3204978" cy="304800"/>
            </a:xfrm>
            <a:solidFill>
              <a:srgbClr val="94FFE5"/>
            </a:solidFill>
            <a:effectLst>
              <a:outerShdw blurRad="645467" dist="377725" dir="3000000" algn="t" rotWithShape="0">
                <a:srgbClr val="232F3E">
                  <a:alpha val="40000"/>
                </a:srgbClr>
              </a:outerShdw>
            </a:effectLst>
          </p:grpSpPr>
          <p:sp>
            <p:nvSpPr>
              <p:cNvPr id="19" name="Rounded Rectangle 18"/>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0" name="Delay 19"/>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1" name="Delay 20"/>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22" name="Oval 21"/>
            <p:cNvSpPr/>
            <p:nvPr userDrawn="1"/>
          </p:nvSpPr>
          <p:spPr>
            <a:xfrm>
              <a:off x="1778979" y="2973391"/>
              <a:ext cx="304840" cy="304800"/>
            </a:xfrm>
            <a:prstGeom prst="ellipse">
              <a:avLst/>
            </a:prstGeom>
            <a:solidFill>
              <a:srgbClr val="94FFE5"/>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7"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5" name="Text Placeholder 2"/>
          <p:cNvSpPr>
            <a:spLocks noGrp="1"/>
          </p:cNvSpPr>
          <p:nvPr>
            <p:ph type="body" sz="quarter" idx="12" hasCustomPrompt="1"/>
          </p:nvPr>
        </p:nvSpPr>
        <p:spPr>
          <a:xfrm>
            <a:off x="1727484" y="4355371"/>
            <a:ext cx="4663021" cy="1361281"/>
          </a:xfrm>
          <a:prstGeom prst="rect">
            <a:avLst/>
          </a:prstGeom>
        </p:spPr>
        <p:txBody>
          <a:bodyPr/>
          <a:lstStyle>
            <a:lvl1pPr marL="0" indent="0">
              <a:lnSpc>
                <a:spcPct val="120000"/>
              </a:lnSpc>
              <a:buFontTx/>
              <a:buNone/>
              <a:defRPr sz="16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 goes here</a:t>
            </a:r>
            <a:endParaRPr lang="en-US" dirty="0"/>
          </a:p>
        </p:txBody>
      </p:sp>
      <p:sp>
        <p:nvSpPr>
          <p:cNvPr id="26" name="Text Placeholder 11"/>
          <p:cNvSpPr>
            <a:spLocks noGrp="1"/>
          </p:cNvSpPr>
          <p:nvPr>
            <p:ph type="body" sz="quarter" idx="13" hasCustomPrompt="1"/>
          </p:nvPr>
        </p:nvSpPr>
        <p:spPr>
          <a:xfrm>
            <a:off x="1736219" y="3300051"/>
            <a:ext cx="4663022" cy="1037802"/>
          </a:xfrm>
          <a:prstGeom prst="rect">
            <a:avLst/>
          </a:prstGeom>
        </p:spPr>
        <p:txBody>
          <a:bodyPr/>
          <a:lstStyle>
            <a:lvl1pPr marL="0" indent="0">
              <a:buFontTx/>
              <a:buNone/>
              <a:defRPr sz="3745" b="1" i="0">
                <a:solidFill>
                  <a:schemeClr val="bg1">
                    <a:alpha val="50176"/>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sp>
        <p:nvSpPr>
          <p:cNvPr id="27" name="Text Placeholder 11"/>
          <p:cNvSpPr>
            <a:spLocks noGrp="1"/>
          </p:cNvSpPr>
          <p:nvPr>
            <p:ph type="body" sz="quarter" idx="11" hasCustomPrompt="1"/>
          </p:nvPr>
        </p:nvSpPr>
        <p:spPr>
          <a:xfrm>
            <a:off x="628235" y="2244731"/>
            <a:ext cx="6236128" cy="1037802"/>
          </a:xfrm>
          <a:prstGeom prst="rect">
            <a:avLst/>
          </a:prstGeom>
        </p:spPr>
        <p:txBody>
          <a:bodyPr/>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pic>
        <p:nvPicPr>
          <p:cNvPr id="23" name="Picture 22"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w Image Rose">
    <p:spTree>
      <p:nvGrpSpPr>
        <p:cNvPr id="1" name=""/>
        <p:cNvGrpSpPr/>
        <p:nvPr/>
      </p:nvGrpSpPr>
      <p:grpSpPr>
        <a:xfrm>
          <a:off x="0" y="0"/>
          <a:ext cx="0" cy="0"/>
          <a:chOff x="0" y="0"/>
          <a:chExt cx="0" cy="0"/>
        </a:xfrm>
      </p:grpSpPr>
      <p:pic>
        <p:nvPicPr>
          <p:cNvPr id="6" name="Picture 5" descr="A picture containing background pattern&#10;&#10;Description automatically generated"/>
          <p:cNvPicPr>
            <a:picLocks noChangeAspect="1"/>
          </p:cNvPicPr>
          <p:nvPr userDrawn="1"/>
        </p:nvPicPr>
        <p:blipFill>
          <a:blip r:embed="rId2"/>
          <a:stretch>
            <a:fillRect/>
          </a:stretch>
        </p:blipFill>
        <p:spPr>
          <a:xfrm>
            <a:off x="794" y="0"/>
            <a:ext cx="12190413" cy="6858000"/>
          </a:xfrm>
          <a:prstGeom prst="rect">
            <a:avLst/>
          </a:prstGeom>
        </p:spPr>
      </p:pic>
      <p:grpSp>
        <p:nvGrpSpPr>
          <p:cNvPr id="2" name="Group 1"/>
          <p:cNvGrpSpPr/>
          <p:nvPr userDrawn="1"/>
        </p:nvGrpSpPr>
        <p:grpSpPr>
          <a:xfrm>
            <a:off x="889375" y="1486696"/>
            <a:ext cx="4062389" cy="152400"/>
            <a:chOff x="1778979" y="2973391"/>
            <a:chExt cx="8125836" cy="304800"/>
          </a:xfrm>
        </p:grpSpPr>
        <p:cxnSp>
          <p:nvCxnSpPr>
            <p:cNvPr id="24" name="Straight Connector 23"/>
            <p:cNvCxnSpPr/>
            <p:nvPr userDrawn="1"/>
          </p:nvCxnSpPr>
          <p:spPr>
            <a:xfrm>
              <a:off x="1931399" y="3125791"/>
              <a:ext cx="797341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userDrawn="1"/>
          </p:nvGrpSpPr>
          <p:grpSpPr>
            <a:xfrm>
              <a:off x="4208695" y="2973391"/>
              <a:ext cx="3205395" cy="304800"/>
              <a:chOff x="2997609" y="8513318"/>
              <a:chExt cx="3204978" cy="304800"/>
            </a:xfrm>
            <a:solidFill>
              <a:srgbClr val="3B00E4"/>
            </a:solidFill>
            <a:effectLst>
              <a:outerShdw blurRad="645467" dist="377725" dir="3000000" algn="t" rotWithShape="0">
                <a:srgbClr val="232F3E">
                  <a:alpha val="40000"/>
                </a:srgbClr>
              </a:outerShdw>
            </a:effectLst>
          </p:grpSpPr>
          <p:sp>
            <p:nvSpPr>
              <p:cNvPr id="26" name="Rounded Rectangle 25"/>
              <p:cNvSpPr/>
              <p:nvPr userDrawn="1"/>
            </p:nvSpPr>
            <p:spPr>
              <a:xfrm>
                <a:off x="3150836" y="8513318"/>
                <a:ext cx="2816942" cy="30480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Delay 26"/>
              <p:cNvSpPr/>
              <p:nvPr userDrawn="1"/>
            </p:nvSpPr>
            <p:spPr>
              <a:xfrm>
                <a:off x="5897794"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8" name="Delay 27"/>
              <p:cNvSpPr/>
              <p:nvPr userDrawn="1"/>
            </p:nvSpPr>
            <p:spPr>
              <a:xfrm rot="10800000">
                <a:off x="2997609" y="8513318"/>
                <a:ext cx="304793" cy="3047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29" name="Oval 28"/>
            <p:cNvSpPr/>
            <p:nvPr userDrawn="1"/>
          </p:nvSpPr>
          <p:spPr>
            <a:xfrm>
              <a:off x="1778979" y="2973391"/>
              <a:ext cx="304840" cy="304800"/>
            </a:xfrm>
            <a:prstGeom prst="ellipse">
              <a:avLst/>
            </a:prstGeom>
            <a:solidFill>
              <a:srgbClr val="3B00E4"/>
            </a:solidFill>
            <a:ln>
              <a:noFill/>
            </a:ln>
            <a:effectLst>
              <a:outerShdw blurRad="635000" dist="368300" dir="30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sp>
        <p:nvSpPr>
          <p:cNvPr id="7" name="Amazon Confidential"/>
          <p:cNvSpPr txBox="1"/>
          <p:nvPr userDrawn="1"/>
        </p:nvSpPr>
        <p:spPr>
          <a:xfrm>
            <a:off x="10128770" y="6435951"/>
            <a:ext cx="1720760" cy="151163"/>
          </a:xfrm>
          <a:prstGeom prst="rect">
            <a:avLst/>
          </a:prstGeom>
          <a:ln w="12700">
            <a:miter lim="400000"/>
          </a:ln>
        </p:spPr>
        <p:txBody>
          <a:bodyPr wrap="none" lIns="25384" tIns="25384" rIns="25384" bIns="25384"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8" name="Text Placeholder 2"/>
          <p:cNvSpPr>
            <a:spLocks noGrp="1"/>
          </p:cNvSpPr>
          <p:nvPr>
            <p:ph type="body" sz="quarter" idx="12" hasCustomPrompt="1"/>
          </p:nvPr>
        </p:nvSpPr>
        <p:spPr>
          <a:xfrm>
            <a:off x="1727484" y="4355371"/>
            <a:ext cx="4663021" cy="1361281"/>
          </a:xfrm>
          <a:prstGeom prst="rect">
            <a:avLst/>
          </a:prstGeom>
        </p:spPr>
        <p:txBody>
          <a:bodyPr/>
          <a:lstStyle>
            <a:lvl1pPr marL="0" indent="0">
              <a:lnSpc>
                <a:spcPct val="120000"/>
              </a:lnSpc>
              <a:buFontTx/>
              <a:buNone/>
              <a:defRPr sz="16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Subhead goes here</a:t>
            </a:r>
            <a:endParaRPr lang="en-US" dirty="0"/>
          </a:p>
        </p:txBody>
      </p:sp>
      <p:sp>
        <p:nvSpPr>
          <p:cNvPr id="19" name="Text Placeholder 11"/>
          <p:cNvSpPr>
            <a:spLocks noGrp="1"/>
          </p:cNvSpPr>
          <p:nvPr>
            <p:ph type="body" sz="quarter" idx="13" hasCustomPrompt="1"/>
          </p:nvPr>
        </p:nvSpPr>
        <p:spPr>
          <a:xfrm>
            <a:off x="1736219" y="3300051"/>
            <a:ext cx="4663022" cy="1037802"/>
          </a:xfrm>
          <a:prstGeom prst="rect">
            <a:avLst/>
          </a:prstGeom>
        </p:spPr>
        <p:txBody>
          <a:bodyPr/>
          <a:lstStyle>
            <a:lvl1pPr marL="0" indent="0">
              <a:buFontTx/>
              <a:buNone/>
              <a:defRPr sz="3745" b="1" i="0">
                <a:solidFill>
                  <a:schemeClr val="bg1">
                    <a:alpha val="50176"/>
                  </a:schemeClr>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sp>
        <p:nvSpPr>
          <p:cNvPr id="20" name="Text Placeholder 11"/>
          <p:cNvSpPr>
            <a:spLocks noGrp="1"/>
          </p:cNvSpPr>
          <p:nvPr>
            <p:ph type="body" sz="quarter" idx="11" hasCustomPrompt="1"/>
          </p:nvPr>
        </p:nvSpPr>
        <p:spPr>
          <a:xfrm>
            <a:off x="628235" y="2244731"/>
            <a:ext cx="6236128" cy="1037802"/>
          </a:xfrm>
          <a:prstGeom prst="rect">
            <a:avLst/>
          </a:prstGeom>
        </p:spPr>
        <p:txBody>
          <a:bodyPr/>
          <a:lstStyle>
            <a:lvl1pPr marL="0" indent="0">
              <a:buFontTx/>
              <a:buNone/>
              <a:defRPr sz="7995"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Heading</a:t>
            </a:r>
            <a:endParaRPr lang="en-US" dirty="0"/>
          </a:p>
        </p:txBody>
      </p:sp>
      <p:pic>
        <p:nvPicPr>
          <p:cNvPr id="16" name="Picture 15" descr="A picture containing text, clipart&#10;&#10;Description automatically generated"/>
          <p:cNvPicPr>
            <a:picLocks noChangeAspect="1"/>
          </p:cNvPicPr>
          <p:nvPr userDrawn="1"/>
        </p:nvPicPr>
        <p:blipFill>
          <a:blip r:embed="rId3" cstate="print"/>
          <a:stretch>
            <a:fillRect/>
          </a:stretch>
        </p:blipFill>
        <p:spPr>
          <a:xfrm>
            <a:off x="374856" y="6227064"/>
            <a:ext cx="1682277" cy="433964"/>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04_Content_Headline+Subhead">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998D90"/>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p:cNvSpPr>
            <a:spLocks noGrp="1"/>
          </p:cNvSpPr>
          <p:nvPr>
            <p:ph type="dt" sz="half" idx="10"/>
          </p:nvPr>
        </p:nvSpPr>
        <p:spPr/>
        <p:txBody>
          <a:bodyPr/>
          <a:lstStyle/>
          <a:p>
            <a:fld id="{A0A429FA-EA73-423C-B89E-F1076C67115C}" type="datetimeFigureOut">
              <a:rPr lang="es-ES" smtClean="0"/>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4" name="Date Placeholder 3"/>
          <p:cNvSpPr>
            <a:spLocks noGrp="1"/>
          </p:cNvSpPr>
          <p:nvPr>
            <p:ph type="dt" sz="half" idx="10"/>
          </p:nvPr>
        </p:nvSpPr>
        <p:spPr/>
        <p:txBody>
          <a:bodyPr/>
          <a:lstStyle/>
          <a:p>
            <a:fld id="{A0A429FA-EA73-423C-B89E-F1076C67115C}" type="datetimeFigureOut">
              <a:rPr lang="es-ES" smtClean="0"/>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A0A429FA-EA73-423C-B89E-F1076C67115C}" type="datetimeFigureOut">
              <a:rPr lang="es-ES" smtClean="0"/>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5" name="Date Placeholder 4"/>
          <p:cNvSpPr>
            <a:spLocks noGrp="1"/>
          </p:cNvSpPr>
          <p:nvPr>
            <p:ph type="dt" sz="half" idx="10"/>
          </p:nvPr>
        </p:nvSpPr>
        <p:spPr/>
        <p:txBody>
          <a:bodyPr/>
          <a:lstStyle/>
          <a:p>
            <a:fld id="{A0A429FA-EA73-423C-B89E-F1076C67115C}" type="datetimeFigureOut">
              <a:rPr lang="es-ES" smtClean="0"/>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7" name="Date Placeholder 6"/>
          <p:cNvSpPr>
            <a:spLocks noGrp="1"/>
          </p:cNvSpPr>
          <p:nvPr>
            <p:ph type="dt" sz="half" idx="10"/>
          </p:nvPr>
        </p:nvSpPr>
        <p:spPr/>
        <p:txBody>
          <a:bodyPr/>
          <a:lstStyle/>
          <a:p>
            <a:fld id="{A0A429FA-EA73-423C-B89E-F1076C67115C}" type="datetimeFigureOut">
              <a:rPr lang="es-ES" smtClean="0"/>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Date Placeholder 2"/>
          <p:cNvSpPr>
            <a:spLocks noGrp="1"/>
          </p:cNvSpPr>
          <p:nvPr>
            <p:ph type="dt" sz="half" idx="10"/>
          </p:nvPr>
        </p:nvSpPr>
        <p:spPr/>
        <p:txBody>
          <a:bodyPr/>
          <a:lstStyle/>
          <a:p>
            <a:fld id="{A0A429FA-EA73-423C-B89E-F1076C67115C}" type="datetimeFigureOut">
              <a:rPr lang="es-ES" smtClean="0"/>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A429FA-EA73-423C-B89E-F1076C67115C}" type="datetimeFigureOut">
              <a:rPr lang="es-ES" smtClean="0"/>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A0A429FA-EA73-423C-B89E-F1076C67115C}" type="datetimeFigureOut">
              <a:rPr lang="es-ES" smtClean="0"/>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A0A429FA-EA73-423C-B89E-F1076C67115C}" type="datetimeFigureOut">
              <a:rPr lang="es-ES" smtClean="0"/>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E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4" name="Date Placeholder 3"/>
          <p:cNvSpPr>
            <a:spLocks noGrp="1"/>
          </p:cNvSpPr>
          <p:nvPr>
            <p:ph type="dt" sz="half" idx="10"/>
          </p:nvPr>
        </p:nvSpPr>
        <p:spPr/>
        <p:txBody>
          <a:bodyPr/>
          <a:lstStyle/>
          <a:p>
            <a:fld id="{A0A429FA-EA73-423C-B89E-F1076C67115C}" type="datetimeFigureOut">
              <a:rPr lang="es-ES" smtClean="0"/>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4" name="Date Placeholder 3"/>
          <p:cNvSpPr>
            <a:spLocks noGrp="1"/>
          </p:cNvSpPr>
          <p:nvPr>
            <p:ph type="dt" sz="half" idx="10"/>
          </p:nvPr>
        </p:nvSpPr>
        <p:spPr/>
        <p:txBody>
          <a:bodyPr/>
          <a:lstStyle/>
          <a:p>
            <a:fld id="{A0A429FA-EA73-423C-B89E-F1076C67115C}" type="datetimeFigureOut">
              <a:rPr lang="es-ES" smtClean="0"/>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68E4059-3A76-4E94-8810-E75E0F740943}" type="slidenum">
              <a:rPr lang="es-ES" smtClean="0"/>
            </a:fld>
            <a:endParaRPr lang="es-E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04_Content_Headline+Subhead">
    <p:spTree>
      <p:nvGrpSpPr>
        <p:cNvPr id="1" name=""/>
        <p:cNvGrpSpPr/>
        <p:nvPr/>
      </p:nvGrpSpPr>
      <p:grpSpPr>
        <a:xfrm>
          <a:off x="0" y="0"/>
          <a:ext cx="0" cy="0"/>
          <a:chOff x="0" y="0"/>
          <a:chExt cx="0" cy="0"/>
        </a:xfrm>
      </p:grpSpPr>
      <p:sp>
        <p:nvSpPr>
          <p:cNvPr id="6" name="Title"/>
          <p:cNvSpPr txBox="1">
            <a:spLocks noGrp="1"/>
          </p:cNvSpPr>
          <p:nvPr>
            <p:ph type="body" sz="quarter" idx="25" hasCustomPrompt="1"/>
          </p:nvPr>
        </p:nvSpPr>
        <p:spPr>
          <a:xfrm>
            <a:off x="749804" y="520296"/>
            <a:ext cx="3824923" cy="769185"/>
          </a:xfrm>
          <a:prstGeom prst="rect">
            <a:avLst/>
          </a:prstGeom>
        </p:spPr>
        <p:txBody>
          <a:bodyPr>
            <a:spAutoFit/>
          </a:bodyPr>
          <a:lstStyle>
            <a:lvl1pPr marL="0" indent="0" defTabSz="1218565">
              <a:lnSpc>
                <a:spcPct val="100000"/>
              </a:lnSpc>
              <a:buFontTx/>
              <a:buNone/>
              <a:defRPr sz="2200" b="1" i="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stStyle>
          <a:p>
            <a:r>
              <a:rPr lang="en-US" dirty="0"/>
              <a:t>Headline goes here over two lines if necessary</a:t>
            </a:r>
            <a:endParaRPr lang="en-US" dirty="0"/>
          </a:p>
        </p:txBody>
      </p:sp>
      <p:sp>
        <p:nvSpPr>
          <p:cNvPr id="10" name="Text Placeholder 3"/>
          <p:cNvSpPr>
            <a:spLocks noGrp="1"/>
          </p:cNvSpPr>
          <p:nvPr>
            <p:ph type="body" sz="quarter" idx="24" hasCustomPrompt="1"/>
          </p:nvPr>
        </p:nvSpPr>
        <p:spPr>
          <a:xfrm>
            <a:off x="761207" y="1286103"/>
            <a:ext cx="3813520" cy="584994"/>
          </a:xfrm>
          <a:prstGeom prst="rect">
            <a:avLst/>
          </a:prstGeom>
        </p:spPr>
        <p:txBody>
          <a:bodyPr/>
          <a:lstStyle>
            <a:lvl1pPr marL="0" indent="0">
              <a:lnSpc>
                <a:spcPct val="110000"/>
              </a:lnSpc>
              <a:buFontTx/>
              <a:buNone/>
              <a:defRPr sz="13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7200"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6851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913765" indent="0">
              <a:buFontTx/>
              <a:buNone/>
              <a:defRPr sz="800" b="0" i="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r>
              <a:rPr lang="en-US" dirty="0"/>
              <a:t>Subheading goes here over two lines </a:t>
            </a:r>
            <a:br>
              <a:rPr lang="en-US" dirty="0"/>
            </a:br>
            <a:r>
              <a:rPr lang="en-US" dirty="0"/>
              <a:t>if necessary </a:t>
            </a:r>
            <a:endParaRPr lang="en-US" dirty="0"/>
          </a:p>
        </p:txBody>
      </p:sp>
      <p:sp>
        <p:nvSpPr>
          <p:cNvPr id="8" name="Text Placeholder 3"/>
          <p:cNvSpPr>
            <a:spLocks noGrp="1"/>
          </p:cNvSpPr>
          <p:nvPr>
            <p:ph type="body" sz="quarter" idx="10" hasCustomPrompt="1"/>
          </p:nvPr>
        </p:nvSpPr>
        <p:spPr>
          <a:xfrm>
            <a:off x="749806" y="6507225"/>
            <a:ext cx="9594056" cy="132466"/>
          </a:xfrm>
          <a:prstGeom prst="rect">
            <a:avLst/>
          </a:prstGeom>
        </p:spPr>
        <p:txBody>
          <a:bodyPr rIns="0"/>
          <a:lstStyle>
            <a:lvl1pPr marL="0" indent="0" algn="l">
              <a:buNone/>
              <a:defRPr sz="650" b="0" i="0">
                <a:solidFill>
                  <a:srgbClr val="998D90"/>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Source: </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6" Type="http://schemas.openxmlformats.org/officeDocument/2006/relationships/theme" Target="../theme/theme2.xml"/><Relationship Id="rId15" Type="http://schemas.openxmlformats.org/officeDocument/2006/relationships/slideLayout" Target="../slideLayouts/slideLayout33.xml"/><Relationship Id="rId14" Type="http://schemas.openxmlformats.org/officeDocument/2006/relationships/slideLayout" Target="../slideLayouts/slideLayout32.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6.xml"/><Relationship Id="rId8" Type="http://schemas.openxmlformats.org/officeDocument/2006/relationships/slideLayout" Target="../slideLayouts/slideLayout45.xml"/><Relationship Id="rId7" Type="http://schemas.openxmlformats.org/officeDocument/2006/relationships/slideLayout" Target="../slideLayouts/slideLayout44.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3" Type="http://schemas.openxmlformats.org/officeDocument/2006/relationships/slideLayout" Target="../slideLayouts/slideLayout40.xml"/><Relationship Id="rId2" Type="http://schemas.openxmlformats.org/officeDocument/2006/relationships/slideLayout" Target="../slideLayouts/slideLayout39.xml"/><Relationship Id="rId19" Type="http://schemas.openxmlformats.org/officeDocument/2006/relationships/theme" Target="../theme/theme4.xml"/><Relationship Id="rId18" Type="http://schemas.openxmlformats.org/officeDocument/2006/relationships/slideLayout" Target="../slideLayouts/slideLayout55.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3" Type="http://schemas.openxmlformats.org/officeDocument/2006/relationships/theme" Target="../theme/theme5.xml"/><Relationship Id="rId12" Type="http://schemas.openxmlformats.org/officeDocument/2006/relationships/slideLayout" Target="../slideLayouts/slideLayout67.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3" Type="http://schemas.openxmlformats.org/officeDocument/2006/relationships/theme" Target="../theme/theme6.xml"/><Relationship Id="rId12" Type="http://schemas.openxmlformats.org/officeDocument/2006/relationships/slideLayout" Target="../slideLayouts/slideLayout79.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6565" rtl="0" eaLnBrk="1" latinLnBrk="0" hangingPunct="1">
        <a:lnSpc>
          <a:spcPct val="90000"/>
        </a:lnSpc>
        <a:spcBef>
          <a:spcPct val="0"/>
        </a:spcBef>
        <a:buNone/>
        <a:defRPr sz="9990" b="1"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114300" indent="-114300" algn="l" defTabSz="4565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6565"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0865" indent="-114300" algn="l" defTabSz="456565"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7994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0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60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46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32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119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6565" rtl="0" eaLnBrk="1" latinLnBrk="0" hangingPunct="1">
        <a:defRPr sz="900" kern="1200">
          <a:solidFill>
            <a:schemeClr val="tx1"/>
          </a:solidFill>
          <a:latin typeface="+mn-lt"/>
          <a:ea typeface="+mn-ea"/>
          <a:cs typeface="+mn-cs"/>
        </a:defRPr>
      </a:lvl1pPr>
      <a:lvl2pPr marL="228600" algn="l" defTabSz="456565" rtl="0" eaLnBrk="1" latinLnBrk="0" hangingPunct="1">
        <a:defRPr sz="900" kern="1200">
          <a:solidFill>
            <a:schemeClr val="tx1"/>
          </a:solidFill>
          <a:latin typeface="+mn-lt"/>
          <a:ea typeface="+mn-ea"/>
          <a:cs typeface="+mn-cs"/>
        </a:defRPr>
      </a:lvl2pPr>
      <a:lvl3pPr marL="456565" algn="l" defTabSz="456565" rtl="0" eaLnBrk="1" latinLnBrk="0" hangingPunct="1">
        <a:defRPr sz="900" kern="1200">
          <a:solidFill>
            <a:schemeClr val="tx1"/>
          </a:solidFill>
          <a:latin typeface="+mn-lt"/>
          <a:ea typeface="+mn-ea"/>
          <a:cs typeface="+mn-cs"/>
        </a:defRPr>
      </a:lvl3pPr>
      <a:lvl4pPr marL="685165" algn="l" defTabSz="456565" rtl="0" eaLnBrk="1" latinLnBrk="0" hangingPunct="1">
        <a:defRPr sz="900" kern="1200">
          <a:solidFill>
            <a:schemeClr val="tx1"/>
          </a:solidFill>
          <a:latin typeface="+mn-lt"/>
          <a:ea typeface="+mn-ea"/>
          <a:cs typeface="+mn-cs"/>
        </a:defRPr>
      </a:lvl4pPr>
      <a:lvl5pPr marL="913765" algn="l" defTabSz="456565" rtl="0" eaLnBrk="1" latinLnBrk="0" hangingPunct="1">
        <a:defRPr sz="900" kern="1200">
          <a:solidFill>
            <a:schemeClr val="tx1"/>
          </a:solidFill>
          <a:latin typeface="+mn-lt"/>
          <a:ea typeface="+mn-ea"/>
          <a:cs typeface="+mn-cs"/>
        </a:defRPr>
      </a:lvl5pPr>
      <a:lvl6pPr marL="1141730" algn="l" defTabSz="456565" rtl="0" eaLnBrk="1" latinLnBrk="0" hangingPunct="1">
        <a:defRPr sz="900" kern="1200">
          <a:solidFill>
            <a:schemeClr val="tx1"/>
          </a:solidFill>
          <a:latin typeface="+mn-lt"/>
          <a:ea typeface="+mn-ea"/>
          <a:cs typeface="+mn-cs"/>
        </a:defRPr>
      </a:lvl6pPr>
      <a:lvl7pPr marL="1370330" algn="l" defTabSz="456565" rtl="0" eaLnBrk="1" latinLnBrk="0" hangingPunct="1">
        <a:defRPr sz="900" kern="1200">
          <a:solidFill>
            <a:schemeClr val="tx1"/>
          </a:solidFill>
          <a:latin typeface="+mn-lt"/>
          <a:ea typeface="+mn-ea"/>
          <a:cs typeface="+mn-cs"/>
        </a:defRPr>
      </a:lvl7pPr>
      <a:lvl8pPr marL="1598930" algn="l" defTabSz="456565" rtl="0" eaLnBrk="1" latinLnBrk="0" hangingPunct="1">
        <a:defRPr sz="900" kern="1200">
          <a:solidFill>
            <a:schemeClr val="tx1"/>
          </a:solidFill>
          <a:latin typeface="+mn-lt"/>
          <a:ea typeface="+mn-ea"/>
          <a:cs typeface="+mn-cs"/>
        </a:defRPr>
      </a:lvl8pPr>
      <a:lvl9pPr marL="1827530" algn="l" defTabSz="456565"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Amazon Confidential"/>
          <p:cNvSpPr txBox="1"/>
          <p:nvPr userDrawn="1"/>
        </p:nvSpPr>
        <p:spPr>
          <a:xfrm>
            <a:off x="10128763" y="6435946"/>
            <a:ext cx="1720766" cy="151169"/>
          </a:xfrm>
          <a:prstGeom prst="rect">
            <a:avLst/>
          </a:prstGeom>
          <a:ln w="12700">
            <a:miter lim="400000"/>
          </a:ln>
        </p:spPr>
        <p:txBody>
          <a:bodyPr wrap="none" lIns="25387" tIns="25387" rIns="25387" bIns="2538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Amazon Confidential"/>
          <p:cNvSpPr txBox="1"/>
          <p:nvPr userDrawn="1"/>
        </p:nvSpPr>
        <p:spPr>
          <a:xfrm>
            <a:off x="10128763" y="6442296"/>
            <a:ext cx="1720766" cy="151169"/>
          </a:xfrm>
          <a:prstGeom prst="rect">
            <a:avLst/>
          </a:prstGeom>
          <a:ln w="12700">
            <a:miter lim="400000"/>
          </a:ln>
        </p:spPr>
        <p:txBody>
          <a:bodyPr wrap="none" lIns="25387" tIns="25387" rIns="25387" bIns="25387"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Slide Number"/>
          <p:cNvSpPr txBox="1"/>
          <p:nvPr userDrawn="1"/>
        </p:nvSpPr>
        <p:spPr>
          <a:xfrm>
            <a:off x="236919" y="6467940"/>
            <a:ext cx="195540" cy="189641"/>
          </a:xfrm>
          <a:prstGeom prst="rect">
            <a:avLst/>
          </a:prstGeom>
          <a:ln w="12700">
            <a:miter lim="400000"/>
          </a:ln>
        </p:spPr>
        <p:txBody>
          <a:bodyPr wrap="none" lIns="25387" tIns="25387" rIns="25387" bIns="25387"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sym typeface="Amazon Ember"/>
              </a:rPr>
            </a:fld>
            <a:endParaRPr kumimoji="0" lang="en-US" sz="900" b="0" i="0" u="none" strike="noStrike" kern="0" cap="none" spc="0" normalizeH="0" baseline="0" noProof="0" dirty="0">
              <a:ln>
                <a:noFill/>
              </a:ln>
              <a:solidFill>
                <a:srgbClr val="232F3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sym typeface="Amazon Ember"/>
            </a:endParaRPr>
          </a:p>
        </p:txBody>
      </p:sp>
      <p:sp>
        <p:nvSpPr>
          <p:cNvPr id="5" name="—"/>
          <p:cNvSpPr txBox="1"/>
          <p:nvPr userDrawn="1"/>
        </p:nvSpPr>
        <p:spPr>
          <a:xfrm>
            <a:off x="749804" y="201375"/>
            <a:ext cx="654066"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t>
            </a:r>
            <a:endParaRPr lang="en-US" sz="1600" dirty="0"/>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Lst>
  <p:txStyles>
    <p:titleStyle>
      <a:lvl1pPr algn="l" defTabSz="457200" rtl="0" eaLnBrk="1" latinLnBrk="0" hangingPunct="1">
        <a:lnSpc>
          <a:spcPct val="90000"/>
        </a:lnSpc>
        <a:spcBef>
          <a:spcPct val="0"/>
        </a:spcBef>
        <a:buNone/>
        <a:defRPr sz="9995" b="1"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0865"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799465"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065"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6665"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265"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323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183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165" algn="l" defTabSz="457200" rtl="0" eaLnBrk="1" latinLnBrk="0" hangingPunct="1">
        <a:defRPr sz="900" kern="1200">
          <a:solidFill>
            <a:schemeClr val="tx1"/>
          </a:solidFill>
          <a:latin typeface="+mn-lt"/>
          <a:ea typeface="+mn-ea"/>
          <a:cs typeface="+mn-cs"/>
        </a:defRPr>
      </a:lvl4pPr>
      <a:lvl5pPr marL="913765" algn="l" defTabSz="457200" rtl="0" eaLnBrk="1" latinLnBrk="0" hangingPunct="1">
        <a:defRPr sz="900" kern="1200">
          <a:solidFill>
            <a:schemeClr val="tx1"/>
          </a:solidFill>
          <a:latin typeface="+mn-lt"/>
          <a:ea typeface="+mn-ea"/>
          <a:cs typeface="+mn-cs"/>
        </a:defRPr>
      </a:lvl5pPr>
      <a:lvl6pPr marL="1142365" algn="l" defTabSz="457200" rtl="0" eaLnBrk="1" latinLnBrk="0" hangingPunct="1">
        <a:defRPr sz="900" kern="1200">
          <a:solidFill>
            <a:schemeClr val="tx1"/>
          </a:solidFill>
          <a:latin typeface="+mn-lt"/>
          <a:ea typeface="+mn-ea"/>
          <a:cs typeface="+mn-cs"/>
        </a:defRPr>
      </a:lvl6pPr>
      <a:lvl7pPr marL="1370965" algn="l" defTabSz="457200" rtl="0" eaLnBrk="1" latinLnBrk="0" hangingPunct="1">
        <a:defRPr sz="900" kern="1200">
          <a:solidFill>
            <a:schemeClr val="tx1"/>
          </a:solidFill>
          <a:latin typeface="+mn-lt"/>
          <a:ea typeface="+mn-ea"/>
          <a:cs typeface="+mn-cs"/>
        </a:defRPr>
      </a:lvl7pPr>
      <a:lvl8pPr marL="1598930" algn="l" defTabSz="457200" rtl="0" eaLnBrk="1" latinLnBrk="0" hangingPunct="1">
        <a:defRPr sz="900" kern="1200">
          <a:solidFill>
            <a:schemeClr val="tx1"/>
          </a:solidFill>
          <a:latin typeface="+mn-lt"/>
          <a:ea typeface="+mn-ea"/>
          <a:cs typeface="+mn-cs"/>
        </a:defRPr>
      </a:lvl8pPr>
      <a:lvl9pPr marL="1827530" algn="l" defTabSz="457200" rtl="0" eaLnBrk="1" latinLnBrk="0" hangingPunct="1">
        <a:defRPr sz="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Amazon Confidential"/>
          <p:cNvSpPr txBox="1"/>
          <p:nvPr userDrawn="1"/>
        </p:nvSpPr>
        <p:spPr>
          <a:xfrm>
            <a:off x="10128778" y="643589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3"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28"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rgbClr val="232F3E"/>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rgbClr val="232F3E"/>
              </a:solidFill>
              <a:effectLst/>
              <a:uLnTx/>
              <a:uFillTx/>
              <a:latin typeface="Amazon Ember"/>
              <a:ea typeface="Amazon Ember"/>
              <a:cs typeface="Amazon Ember"/>
              <a:sym typeface="Amazon Ember"/>
            </a:endParaRPr>
          </a:p>
        </p:txBody>
      </p:sp>
      <p:sp>
        <p:nvSpPr>
          <p:cNvPr id="5"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tx2"/>
                </a:solidFill>
              </a:rPr>
              <a:t>—</a:t>
            </a:r>
            <a:endParaRPr lang="en-US" sz="16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Lst>
  <p:hf sldNum="0" hdr="0" dt="0"/>
  <p:txStyles>
    <p:titleStyle>
      <a:lvl1pPr algn="l" defTabSz="456565" rtl="0" eaLnBrk="1" latinLnBrk="0" hangingPunct="1">
        <a:lnSpc>
          <a:spcPct val="90000"/>
        </a:lnSpc>
        <a:spcBef>
          <a:spcPct val="0"/>
        </a:spcBef>
        <a:buNone/>
        <a:defRPr sz="9990" b="1"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114300" indent="-114300" algn="l" defTabSz="4565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6565"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0865" indent="-114300" algn="l" defTabSz="456565"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7994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0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60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46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32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119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6565" rtl="0" eaLnBrk="1" latinLnBrk="0" hangingPunct="1">
        <a:defRPr sz="900" kern="1200">
          <a:solidFill>
            <a:schemeClr val="tx1"/>
          </a:solidFill>
          <a:latin typeface="+mn-lt"/>
          <a:ea typeface="+mn-ea"/>
          <a:cs typeface="+mn-cs"/>
        </a:defRPr>
      </a:lvl1pPr>
      <a:lvl2pPr marL="228600" algn="l" defTabSz="456565" rtl="0" eaLnBrk="1" latinLnBrk="0" hangingPunct="1">
        <a:defRPr sz="900" kern="1200">
          <a:solidFill>
            <a:schemeClr val="tx1"/>
          </a:solidFill>
          <a:latin typeface="+mn-lt"/>
          <a:ea typeface="+mn-ea"/>
          <a:cs typeface="+mn-cs"/>
        </a:defRPr>
      </a:lvl2pPr>
      <a:lvl3pPr marL="456565" algn="l" defTabSz="456565" rtl="0" eaLnBrk="1" latinLnBrk="0" hangingPunct="1">
        <a:defRPr sz="900" kern="1200">
          <a:solidFill>
            <a:schemeClr val="tx1"/>
          </a:solidFill>
          <a:latin typeface="+mn-lt"/>
          <a:ea typeface="+mn-ea"/>
          <a:cs typeface="+mn-cs"/>
        </a:defRPr>
      </a:lvl3pPr>
      <a:lvl4pPr marL="685165" algn="l" defTabSz="456565" rtl="0" eaLnBrk="1" latinLnBrk="0" hangingPunct="1">
        <a:defRPr sz="900" kern="1200">
          <a:solidFill>
            <a:schemeClr val="tx1"/>
          </a:solidFill>
          <a:latin typeface="+mn-lt"/>
          <a:ea typeface="+mn-ea"/>
          <a:cs typeface="+mn-cs"/>
        </a:defRPr>
      </a:lvl4pPr>
      <a:lvl5pPr marL="913765" algn="l" defTabSz="456565" rtl="0" eaLnBrk="1" latinLnBrk="0" hangingPunct="1">
        <a:defRPr sz="900" kern="1200">
          <a:solidFill>
            <a:schemeClr val="tx1"/>
          </a:solidFill>
          <a:latin typeface="+mn-lt"/>
          <a:ea typeface="+mn-ea"/>
          <a:cs typeface="+mn-cs"/>
        </a:defRPr>
      </a:lvl5pPr>
      <a:lvl6pPr marL="1141730" algn="l" defTabSz="456565" rtl="0" eaLnBrk="1" latinLnBrk="0" hangingPunct="1">
        <a:defRPr sz="900" kern="1200">
          <a:solidFill>
            <a:schemeClr val="tx1"/>
          </a:solidFill>
          <a:latin typeface="+mn-lt"/>
          <a:ea typeface="+mn-ea"/>
          <a:cs typeface="+mn-cs"/>
        </a:defRPr>
      </a:lvl6pPr>
      <a:lvl7pPr marL="1370330" algn="l" defTabSz="456565" rtl="0" eaLnBrk="1" latinLnBrk="0" hangingPunct="1">
        <a:defRPr sz="900" kern="1200">
          <a:solidFill>
            <a:schemeClr val="tx1"/>
          </a:solidFill>
          <a:latin typeface="+mn-lt"/>
          <a:ea typeface="+mn-ea"/>
          <a:cs typeface="+mn-cs"/>
        </a:defRPr>
      </a:lvl7pPr>
      <a:lvl8pPr marL="1598930" algn="l" defTabSz="456565" rtl="0" eaLnBrk="1" latinLnBrk="0" hangingPunct="1">
        <a:defRPr sz="900" kern="1200">
          <a:solidFill>
            <a:schemeClr val="tx1"/>
          </a:solidFill>
          <a:latin typeface="+mn-lt"/>
          <a:ea typeface="+mn-ea"/>
          <a:cs typeface="+mn-cs"/>
        </a:defRPr>
      </a:lvl8pPr>
      <a:lvl9pPr marL="1827530" algn="l" defTabSz="456565"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Amazon Confidential"/>
          <p:cNvSpPr txBox="1"/>
          <p:nvPr userDrawn="1"/>
        </p:nvSpPr>
        <p:spPr>
          <a:xfrm>
            <a:off x="10128778" y="643589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Amazon Confidential</a:t>
            </a:r>
            <a:endParaRPr sz="65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8" name="Slide Number"/>
          <p:cNvSpPr txBox="1"/>
          <p:nvPr userDrawn="1"/>
        </p:nvSpPr>
        <p:spPr>
          <a:xfrm>
            <a:off x="236925" y="6467955"/>
            <a:ext cx="195526" cy="189627"/>
          </a:xfrm>
          <a:prstGeom prst="rect">
            <a:avLst/>
          </a:prstGeom>
          <a:ln w="12700">
            <a:miter lim="400000"/>
          </a:ln>
        </p:spPr>
        <p:txBody>
          <a:bodyPr wrap="none" lIns="25380" tIns="25380" rIns="25380" bIns="2538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32F3F"/>
                </a:solidFill>
                <a:effectLst/>
                <a:uFillTx/>
                <a:latin typeface="Amazon Ember"/>
                <a:ea typeface="Amazon Ember"/>
                <a:cs typeface="Amazon Ember"/>
                <a:sym typeface="Amazon Ember"/>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algn="ctr" defTabSz="292100" rtl="0" eaLnBrk="1" fontAlgn="auto" latinLnBrk="0" hangingPunct="0">
              <a:lnSpc>
                <a:spcPct val="100000"/>
              </a:lnSpc>
              <a:spcBef>
                <a:spcPts val="0"/>
              </a:spcBef>
              <a:spcAft>
                <a:spcPts val="0"/>
              </a:spcAft>
              <a:buClrTx/>
              <a:buSzTx/>
              <a:buFontTx/>
              <a:buNone/>
              <a:defRPr/>
            </a:pPr>
            <a:fld id="{86CB4B4D-7CA3-9044-876B-883B54F8677D}" type="slidenum">
              <a:rPr kumimoji="0" lang="en-US" sz="900" b="0" i="0" u="none" strike="noStrike" kern="0" cap="none" spc="0" normalizeH="0" baseline="0" noProof="0" smtClean="0">
                <a:ln>
                  <a:noFill/>
                </a:ln>
                <a:solidFill>
                  <a:schemeClr val="tx1"/>
                </a:solidFill>
                <a:effectLst/>
                <a:uLnTx/>
                <a:uFillTx/>
                <a:latin typeface="Amazon Ember"/>
                <a:ea typeface="Amazon Ember"/>
                <a:cs typeface="Amazon Ember"/>
                <a:sym typeface="Amazon Ember"/>
              </a:rPr>
            </a:fld>
            <a:endParaRPr kumimoji="0" lang="en-US" sz="900" b="0" i="0" u="none" strike="noStrike" kern="0" cap="none" spc="0" normalizeH="0" baseline="0" noProof="0" dirty="0">
              <a:ln>
                <a:noFill/>
              </a:ln>
              <a:solidFill>
                <a:schemeClr val="tx1"/>
              </a:solidFill>
              <a:effectLst/>
              <a:uLnTx/>
              <a:uFillTx/>
              <a:latin typeface="Amazon Ember"/>
              <a:ea typeface="Amazon Ember"/>
              <a:cs typeface="Amazon Ember"/>
              <a:sym typeface="Amazon Ember"/>
            </a:endParaRPr>
          </a:p>
        </p:txBody>
      </p:sp>
      <p:sp>
        <p:nvSpPr>
          <p:cNvPr id="5" name="Amazon Confidential"/>
          <p:cNvSpPr txBox="1"/>
          <p:nvPr userDrawn="1"/>
        </p:nvSpPr>
        <p:spPr>
          <a:xfrm>
            <a:off x="10128778" y="6442240"/>
            <a:ext cx="1720752" cy="151283"/>
          </a:xfrm>
          <a:prstGeom prst="rect">
            <a:avLst/>
          </a:prstGeom>
          <a:ln w="12700">
            <a:miter lim="400000"/>
          </a:ln>
        </p:spPr>
        <p:txBody>
          <a:bodyPr wrap="none" lIns="25380" tIns="25380" rIns="25380" bIns="25380" anchor="ctr">
            <a:spAutoFit/>
          </a:bodyPr>
          <a:lstStyle>
            <a:lvl1pPr algn="r" defTabSz="457200">
              <a:defRPr sz="1300" cap="all" spc="299">
                <a:solidFill>
                  <a:srgbClr val="232F3F"/>
                </a:solidFill>
                <a:latin typeface="Amazon Ember"/>
                <a:ea typeface="Amazon Ember"/>
                <a:cs typeface="Amazon Ember"/>
                <a:sym typeface="Amazon Ember"/>
              </a:defRPr>
            </a:lvl1pPr>
          </a:lstStyle>
          <a:p>
            <a:r>
              <a:rPr sz="650" dirty="0"/>
              <a:t>Amazon Confidential</a:t>
            </a:r>
            <a:endParaRPr sz="650" dirty="0"/>
          </a:p>
        </p:txBody>
      </p:sp>
      <p:sp>
        <p:nvSpPr>
          <p:cNvPr id="8" name="—"/>
          <p:cNvSpPr txBox="1"/>
          <p:nvPr userDrawn="1"/>
        </p:nvSpPr>
        <p:spPr>
          <a:xfrm>
            <a:off x="749512" y="201374"/>
            <a:ext cx="653810" cy="313804"/>
          </a:xfrm>
          <a:prstGeom prst="rect">
            <a:avLst/>
          </a:prstGeom>
        </p:spPr>
        <p:txBody>
          <a:bodyPr anchor="ctr">
            <a:spAutoFit/>
          </a:bodyPr>
          <a:lstStyle>
            <a:lvl1pPr marL="0" indent="0" algn="l" defTabSz="2437130" rtl="0" eaLnBrk="1" latinLnBrk="0" hangingPunct="1">
              <a:lnSpc>
                <a:spcPct val="90000"/>
              </a:lnSpc>
              <a:spcBef>
                <a:spcPts val="1000"/>
              </a:spcBef>
              <a:buFontTx/>
              <a:buNone/>
              <a:defRPr sz="3200" b="1" i="0" kern="1200">
                <a:solidFill>
                  <a:srgbClr val="808285"/>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tx2"/>
                </a:solidFill>
              </a:rPr>
              <a:t>—</a:t>
            </a:r>
            <a:endParaRPr lang="en-US" sz="16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Lst>
  <p:hf sldNum="0" hdr="0" dt="0"/>
  <p:txStyles>
    <p:titleStyle>
      <a:lvl1pPr algn="l" defTabSz="456565" rtl="0" eaLnBrk="1" latinLnBrk="0" hangingPunct="1">
        <a:lnSpc>
          <a:spcPct val="90000"/>
        </a:lnSpc>
        <a:spcBef>
          <a:spcPct val="0"/>
        </a:spcBef>
        <a:buNone/>
        <a:defRPr sz="9990" b="1"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114300" indent="-114300" algn="l" defTabSz="4565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6565"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0865" indent="-114300" algn="l" defTabSz="456565"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7994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0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60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46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32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119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6565" rtl="0" eaLnBrk="1" latinLnBrk="0" hangingPunct="1">
        <a:defRPr sz="900" kern="1200">
          <a:solidFill>
            <a:schemeClr val="tx1"/>
          </a:solidFill>
          <a:latin typeface="+mn-lt"/>
          <a:ea typeface="+mn-ea"/>
          <a:cs typeface="+mn-cs"/>
        </a:defRPr>
      </a:lvl1pPr>
      <a:lvl2pPr marL="228600" algn="l" defTabSz="456565" rtl="0" eaLnBrk="1" latinLnBrk="0" hangingPunct="1">
        <a:defRPr sz="900" kern="1200">
          <a:solidFill>
            <a:schemeClr val="tx1"/>
          </a:solidFill>
          <a:latin typeface="+mn-lt"/>
          <a:ea typeface="+mn-ea"/>
          <a:cs typeface="+mn-cs"/>
        </a:defRPr>
      </a:lvl2pPr>
      <a:lvl3pPr marL="456565" algn="l" defTabSz="456565" rtl="0" eaLnBrk="1" latinLnBrk="0" hangingPunct="1">
        <a:defRPr sz="900" kern="1200">
          <a:solidFill>
            <a:schemeClr val="tx1"/>
          </a:solidFill>
          <a:latin typeface="+mn-lt"/>
          <a:ea typeface="+mn-ea"/>
          <a:cs typeface="+mn-cs"/>
        </a:defRPr>
      </a:lvl3pPr>
      <a:lvl4pPr marL="685165" algn="l" defTabSz="456565" rtl="0" eaLnBrk="1" latinLnBrk="0" hangingPunct="1">
        <a:defRPr sz="900" kern="1200">
          <a:solidFill>
            <a:schemeClr val="tx1"/>
          </a:solidFill>
          <a:latin typeface="+mn-lt"/>
          <a:ea typeface="+mn-ea"/>
          <a:cs typeface="+mn-cs"/>
        </a:defRPr>
      </a:lvl4pPr>
      <a:lvl5pPr marL="913765" algn="l" defTabSz="456565" rtl="0" eaLnBrk="1" latinLnBrk="0" hangingPunct="1">
        <a:defRPr sz="900" kern="1200">
          <a:solidFill>
            <a:schemeClr val="tx1"/>
          </a:solidFill>
          <a:latin typeface="+mn-lt"/>
          <a:ea typeface="+mn-ea"/>
          <a:cs typeface="+mn-cs"/>
        </a:defRPr>
      </a:lvl5pPr>
      <a:lvl6pPr marL="1141730" algn="l" defTabSz="456565" rtl="0" eaLnBrk="1" latinLnBrk="0" hangingPunct="1">
        <a:defRPr sz="900" kern="1200">
          <a:solidFill>
            <a:schemeClr val="tx1"/>
          </a:solidFill>
          <a:latin typeface="+mn-lt"/>
          <a:ea typeface="+mn-ea"/>
          <a:cs typeface="+mn-cs"/>
        </a:defRPr>
      </a:lvl6pPr>
      <a:lvl7pPr marL="1370330" algn="l" defTabSz="456565" rtl="0" eaLnBrk="1" latinLnBrk="0" hangingPunct="1">
        <a:defRPr sz="900" kern="1200">
          <a:solidFill>
            <a:schemeClr val="tx1"/>
          </a:solidFill>
          <a:latin typeface="+mn-lt"/>
          <a:ea typeface="+mn-ea"/>
          <a:cs typeface="+mn-cs"/>
        </a:defRPr>
      </a:lvl7pPr>
      <a:lvl8pPr marL="1598930" algn="l" defTabSz="456565" rtl="0" eaLnBrk="1" latinLnBrk="0" hangingPunct="1">
        <a:defRPr sz="900" kern="1200">
          <a:solidFill>
            <a:schemeClr val="tx1"/>
          </a:solidFill>
          <a:latin typeface="+mn-lt"/>
          <a:ea typeface="+mn-ea"/>
          <a:cs typeface="+mn-cs"/>
        </a:defRPr>
      </a:lvl8pPr>
      <a:lvl9pPr marL="1827530" algn="l" defTabSz="456565" rtl="0" eaLnBrk="1" latinLnBrk="0" hangingPunct="1">
        <a:defRPr sz="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sldNum="0" hdr="0" dt="0"/>
  <p:txStyles>
    <p:titleStyle>
      <a:lvl1pPr algn="l" defTabSz="456565" rtl="0" eaLnBrk="1" latinLnBrk="0" hangingPunct="1">
        <a:lnSpc>
          <a:spcPct val="90000"/>
        </a:lnSpc>
        <a:spcBef>
          <a:spcPct val="0"/>
        </a:spcBef>
        <a:buNone/>
        <a:defRPr sz="9990" b="1"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114300" indent="-114300" algn="l" defTabSz="4565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6565"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0865" indent="-114300" algn="l" defTabSz="456565"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7994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0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60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46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32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18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6565" rtl="0" eaLnBrk="1" latinLnBrk="0" hangingPunct="1">
        <a:defRPr sz="900" kern="1200">
          <a:solidFill>
            <a:schemeClr val="tx1"/>
          </a:solidFill>
          <a:latin typeface="+mn-lt"/>
          <a:ea typeface="+mn-ea"/>
          <a:cs typeface="+mn-cs"/>
        </a:defRPr>
      </a:lvl1pPr>
      <a:lvl2pPr marL="228600" algn="l" defTabSz="456565" rtl="0" eaLnBrk="1" latinLnBrk="0" hangingPunct="1">
        <a:defRPr sz="900" kern="1200">
          <a:solidFill>
            <a:schemeClr val="tx1"/>
          </a:solidFill>
          <a:latin typeface="+mn-lt"/>
          <a:ea typeface="+mn-ea"/>
          <a:cs typeface="+mn-cs"/>
        </a:defRPr>
      </a:lvl2pPr>
      <a:lvl3pPr marL="456565" algn="l" defTabSz="456565" rtl="0" eaLnBrk="1" latinLnBrk="0" hangingPunct="1">
        <a:defRPr sz="900" kern="1200">
          <a:solidFill>
            <a:schemeClr val="tx1"/>
          </a:solidFill>
          <a:latin typeface="+mn-lt"/>
          <a:ea typeface="+mn-ea"/>
          <a:cs typeface="+mn-cs"/>
        </a:defRPr>
      </a:lvl3pPr>
      <a:lvl4pPr marL="685165" algn="l" defTabSz="456565" rtl="0" eaLnBrk="1" latinLnBrk="0" hangingPunct="1">
        <a:defRPr sz="900" kern="1200">
          <a:solidFill>
            <a:schemeClr val="tx1"/>
          </a:solidFill>
          <a:latin typeface="+mn-lt"/>
          <a:ea typeface="+mn-ea"/>
          <a:cs typeface="+mn-cs"/>
        </a:defRPr>
      </a:lvl4pPr>
      <a:lvl5pPr marL="913765" algn="l" defTabSz="456565" rtl="0" eaLnBrk="1" latinLnBrk="0" hangingPunct="1">
        <a:defRPr sz="900" kern="1200">
          <a:solidFill>
            <a:schemeClr val="tx1"/>
          </a:solidFill>
          <a:latin typeface="+mn-lt"/>
          <a:ea typeface="+mn-ea"/>
          <a:cs typeface="+mn-cs"/>
        </a:defRPr>
      </a:lvl5pPr>
      <a:lvl6pPr marL="1142365" algn="l" defTabSz="456565" rtl="0" eaLnBrk="1" latinLnBrk="0" hangingPunct="1">
        <a:defRPr sz="900" kern="1200">
          <a:solidFill>
            <a:schemeClr val="tx1"/>
          </a:solidFill>
          <a:latin typeface="+mn-lt"/>
          <a:ea typeface="+mn-ea"/>
          <a:cs typeface="+mn-cs"/>
        </a:defRPr>
      </a:lvl6pPr>
      <a:lvl7pPr marL="1370330" algn="l" defTabSz="456565" rtl="0" eaLnBrk="1" latinLnBrk="0" hangingPunct="1">
        <a:defRPr sz="900" kern="1200">
          <a:solidFill>
            <a:schemeClr val="tx1"/>
          </a:solidFill>
          <a:latin typeface="+mn-lt"/>
          <a:ea typeface="+mn-ea"/>
          <a:cs typeface="+mn-cs"/>
        </a:defRPr>
      </a:lvl7pPr>
      <a:lvl8pPr marL="1598930" algn="l" defTabSz="456565" rtl="0" eaLnBrk="1" latinLnBrk="0" hangingPunct="1">
        <a:defRPr sz="900" kern="1200">
          <a:solidFill>
            <a:schemeClr val="tx1"/>
          </a:solidFill>
          <a:latin typeface="+mn-lt"/>
          <a:ea typeface="+mn-ea"/>
          <a:cs typeface="+mn-cs"/>
        </a:defRPr>
      </a:lvl8pPr>
      <a:lvl9pPr marL="1827530" algn="l" defTabSz="456565" rtl="0" eaLnBrk="1" latinLnBrk="0" hangingPunct="1">
        <a:defRPr sz="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s-E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A429FA-EA73-423C-B89E-F1076C67115C}" type="datetimeFigureOut">
              <a:rPr lang="es-ES" smtClean="0"/>
            </a:fld>
            <a:endParaRPr lang="es-E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8E4059-3A76-4E94-8810-E75E0F740943}" type="slidenum">
              <a:rPr lang="es-ES" smtClean="0"/>
            </a:fld>
            <a:endParaRPr lang="es-E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9.xml"/><Relationship Id="rId1" Type="http://schemas.openxmlformats.org/officeDocument/2006/relationships/image" Target="../media/image4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20736" y="2405406"/>
            <a:ext cx="9185264" cy="1487100"/>
          </a:xfrm>
        </p:spPr>
        <p:txBody>
          <a:bodyPr/>
          <a:lstStyle/>
          <a:p>
            <a:r>
              <a:rPr lang="es-ES_tradnl" sz="5400" dirty="0">
                <a:latin typeface="黑体" panose="02010609060101010101" charset="-122"/>
                <a:ea typeface="黑体" panose="02010609060101010101" charset="-122"/>
                <a:cs typeface="黑体" panose="02010609060101010101" charset="-122"/>
              </a:rPr>
              <a:t>CDQ 培训</a:t>
            </a:r>
            <a:endParaRPr lang="en-US" sz="4000" dirty="0">
              <a:latin typeface="黑体" panose="02010609060101010101" charset="-122"/>
              <a:ea typeface="黑体" panose="02010609060101010101" charset="-122"/>
              <a:cs typeface="黑体" panose="02010609060101010101" charset="-122"/>
            </a:endParaRPr>
          </a:p>
        </p:txBody>
      </p:sp>
      <p:sp>
        <p:nvSpPr>
          <p:cNvPr id="3" name="Rectangle 2"/>
          <p:cNvSpPr/>
          <p:nvPr/>
        </p:nvSpPr>
        <p:spPr>
          <a:xfrm>
            <a:off x="1516134" y="6206121"/>
            <a:ext cx="554539" cy="371660"/>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4" name="Text Placeholder 1"/>
          <p:cNvSpPr txBox="1"/>
          <p:nvPr/>
        </p:nvSpPr>
        <p:spPr>
          <a:xfrm>
            <a:off x="720736" y="4288455"/>
            <a:ext cx="7400007" cy="731405"/>
          </a:xfrm>
          <a:prstGeom prst="rect">
            <a:avLst/>
          </a:prstGeom>
        </p:spPr>
        <p:txBody>
          <a:bodyPr anchor="b"/>
          <a:lstStyle>
            <a:lvl1pPr marL="0" indent="0" algn="l" defTabSz="456565" rtl="0" eaLnBrk="1" latinLnBrk="0" hangingPunct="1">
              <a:lnSpc>
                <a:spcPct val="90000"/>
              </a:lnSpc>
              <a:spcBef>
                <a:spcPts val="500"/>
              </a:spcBef>
              <a:buFontTx/>
              <a:buNone/>
              <a:defRPr sz="7995" b="1" i="0" kern="1200">
                <a:solidFill>
                  <a:srgbClr val="1C2D4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342900" indent="-114300" algn="l" defTabSz="456565"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0865" indent="-114300" algn="l" defTabSz="456565"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7994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065"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60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46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32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1830" indent="-114300" algn="l" defTabSz="456565"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459837" y="633823"/>
            <a:ext cx="4728989" cy="152321"/>
            <a:chOff x="14921615" y="1266917"/>
            <a:chExt cx="9459210" cy="304681"/>
          </a:xfrm>
        </p:grpSpPr>
        <p:cxnSp>
          <p:nvCxnSpPr>
            <p:cNvPr id="31" name="Straight Connector 30"/>
            <p:cNvCxnSpPr>
              <a:endCxn id="36" idx="2"/>
            </p:cNvCxnSpPr>
            <p:nvPr/>
          </p:nvCxnSpPr>
          <p:spPr>
            <a:xfrm flipH="1">
              <a:off x="14921615" y="1419256"/>
              <a:ext cx="9459210"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16303366" y="1266917"/>
              <a:ext cx="3203726" cy="304681"/>
              <a:chOff x="4198708" y="2032307"/>
              <a:chExt cx="3204978" cy="304800"/>
            </a:xfrm>
            <a:solidFill>
              <a:srgbClr val="232F3E"/>
            </a:solidFill>
            <a:effectLst>
              <a:outerShdw blurRad="671413" dist="366117" dir="2400000" sx="99000" sy="99000" algn="t" rotWithShape="0">
                <a:prstClr val="black">
                  <a:alpha val="26000"/>
                </a:prstClr>
              </a:outerShdw>
            </a:effectLst>
          </p:grpSpPr>
          <p:sp>
            <p:nvSpPr>
              <p:cNvPr id="33" name="Rounded Rectangle 32"/>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sp>
            <p:nvSpPr>
              <p:cNvPr id="34" name="Delay 3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sp>
            <p:nvSpPr>
              <p:cNvPr id="35" name="Delay 34"/>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grpSp>
        <p:sp>
          <p:nvSpPr>
            <p:cNvPr id="36" name="Oval 35"/>
            <p:cNvSpPr/>
            <p:nvPr/>
          </p:nvSpPr>
          <p:spPr>
            <a:xfrm>
              <a:off x="14921616" y="1266917"/>
              <a:ext cx="304681" cy="30468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grpSp>
      <p:sp>
        <p:nvSpPr>
          <p:cNvPr id="6" name="Text Placeholder 5"/>
          <p:cNvSpPr>
            <a:spLocks noGrp="1"/>
          </p:cNvSpPr>
          <p:nvPr>
            <p:ph type="body" sz="quarter" idx="25"/>
          </p:nvPr>
        </p:nvSpPr>
        <p:spPr>
          <a:xfrm>
            <a:off x="442284" y="524531"/>
            <a:ext cx="6710033" cy="523220"/>
          </a:xfrm>
        </p:spPr>
        <p:txBody>
          <a:bodyPr/>
          <a:lstStyle/>
          <a:p>
            <a:r>
              <a:rPr lang="en-US" sz="2800" dirty="0"/>
              <a:t>CDQ 指标概述</a:t>
            </a:r>
            <a:endParaRPr lang="en-US" sz="2800" dirty="0"/>
          </a:p>
        </p:txBody>
      </p:sp>
      <p:graphicFrame>
        <p:nvGraphicFramePr>
          <p:cNvPr id="3" name="Table 2"/>
          <p:cNvGraphicFramePr>
            <a:graphicFrameLocks noGrp="1"/>
          </p:cNvGraphicFramePr>
          <p:nvPr/>
        </p:nvGraphicFramePr>
        <p:xfrm>
          <a:off x="7774847" y="2346428"/>
          <a:ext cx="4098967" cy="2805317"/>
        </p:xfrm>
        <a:graphic>
          <a:graphicData uri="http://schemas.openxmlformats.org/drawingml/2006/table">
            <a:tbl>
              <a:tblPr/>
              <a:tblGrid>
                <a:gridCol w="1306415"/>
                <a:gridCol w="982948"/>
                <a:gridCol w="1809604"/>
              </a:tblGrid>
              <a:tr h="436318">
                <a:tc>
                  <a:txBody>
                    <a:bodyPr/>
                    <a:lstStyle/>
                    <a:p>
                      <a:pPr algn="ctr"/>
                      <a:r>
                        <a:rPr lang="en-GB" sz="1200" b="1"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rPr>
                        <a:t>CDQv2分级</a:t>
                      </a:r>
                      <a:endParaRPr lang="en-GB" sz="1200" b="1"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472C4"/>
                    </a:solidFill>
                  </a:tcPr>
                </a:tc>
                <a:tc>
                  <a:txBody>
                    <a:bodyPr/>
                    <a:lstStyle/>
                    <a:p>
                      <a:pPr algn="ctr"/>
                      <a:r>
                        <a:rPr lang="en-GB" sz="1200" b="1"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rPr>
                        <a:t>CDQv2评分范围（%）</a:t>
                      </a:r>
                      <a:endParaRPr lang="en-GB" sz="1200" b="1"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472C4"/>
                    </a:solidFill>
                  </a:tcPr>
                </a:tc>
                <a:tc>
                  <a:txBody>
                    <a:bodyPr/>
                    <a:lstStyle/>
                    <a:p>
                      <a:pPr algn="ctr"/>
                      <a:r>
                        <a:rPr lang="en-GB" sz="1200" b="1"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rPr>
                        <a:t>分类</a:t>
                      </a:r>
                      <a:endParaRPr lang="en-GB" sz="1200"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472C4"/>
                    </a:solidFill>
                  </a:tcPr>
                </a:tc>
              </a:tr>
              <a:tr h="436318">
                <a:tc>
                  <a:txBody>
                    <a:bodyPr/>
                    <a:lstStyle/>
                    <a:p>
                      <a:pPr algn="ctr"/>
                      <a:r>
                        <a:rPr lang="en-GB" sz="1200" b="1" dirty="0">
                          <a:effectLst/>
                          <a:latin typeface="Amazon Ember" panose="020B0603020204020204" pitchFamily="34" charset="0"/>
                          <a:ea typeface="Amazon Ember" panose="020B0603020204020204" pitchFamily="34" charset="0"/>
                          <a:cs typeface="Amazon Ember" panose="020B0603020204020204" pitchFamily="34" charset="0"/>
                        </a:rPr>
                        <a:t>A级</a:t>
                      </a:r>
                      <a:endParaRPr lang="en-GB" sz="1200" b="1"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85+</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GB" sz="1200" b="1" dirty="0">
                          <a:solidFill>
                            <a:srgbClr val="00B050"/>
                          </a:solidFill>
                          <a:effectLst/>
                          <a:latin typeface="Amazon Ember" panose="020B0603020204020204" pitchFamily="34" charset="0"/>
                          <a:ea typeface="Amazon Ember" panose="020B0603020204020204" pitchFamily="34" charset="0"/>
                          <a:cs typeface="Amazon Ember" panose="020B0603020204020204" pitchFamily="34" charset="0"/>
                        </a:rPr>
                        <a:t>高质量</a:t>
                      </a:r>
                      <a:endParaRPr lang="en-GB" sz="1200" b="1" dirty="0">
                        <a:solidFill>
                          <a:srgbClr val="00B050"/>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36318">
                <a:tc>
                  <a:txBody>
                    <a:bodyPr/>
                    <a:lstStyle/>
                    <a:p>
                      <a:pPr algn="ctr"/>
                      <a:r>
                        <a:rPr lang="en-GB" sz="1200" b="1" dirty="0">
                          <a:effectLst/>
                          <a:latin typeface="Amazon Ember" panose="020B0603020204020204" pitchFamily="34" charset="0"/>
                          <a:ea typeface="Amazon Ember" panose="020B0603020204020204" pitchFamily="34" charset="0"/>
                          <a:cs typeface="Amazon Ember" panose="020B0603020204020204" pitchFamily="34" charset="0"/>
                        </a:rPr>
                        <a:t>乙等</a:t>
                      </a:r>
                      <a:endParaRPr lang="en-GB" sz="1200" b="1"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70 - 85</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53771">
                <a:tc>
                  <a:txBody>
                    <a:bodyPr/>
                    <a:lstStyle/>
                    <a:p>
                      <a:pPr algn="ctr"/>
                      <a:r>
                        <a:rPr lang="en-GB" sz="1200" b="1">
                          <a:effectLst/>
                          <a:latin typeface="Amazon Ember" panose="020B0603020204020204" pitchFamily="34" charset="0"/>
                          <a:ea typeface="Amazon Ember" panose="020B0603020204020204" pitchFamily="34" charset="0"/>
                          <a:cs typeface="Amazon Ember" panose="020B0603020204020204" pitchFamily="34" charset="0"/>
                        </a:rPr>
                        <a:t>C级</a:t>
                      </a:r>
                      <a:endParaRPr lang="en-GB" sz="1200" b="1">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0 - 70</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低质量 - 非严重缺陷</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36318">
                <a:tc>
                  <a:txBody>
                    <a:bodyPr/>
                    <a:lstStyle/>
                    <a:p>
                      <a:pPr algn="ctr"/>
                      <a:r>
                        <a:rPr lang="en-GB" sz="1200" b="1">
                          <a:effectLst/>
                          <a:latin typeface="Amazon Ember" panose="020B0603020204020204" pitchFamily="34" charset="0"/>
                          <a:ea typeface="Amazon Ember" panose="020B0603020204020204" pitchFamily="34" charset="0"/>
                          <a:cs typeface="Amazon Ember" panose="020B0603020204020204" pitchFamily="34" charset="0"/>
                        </a:rPr>
                        <a:t>D级</a:t>
                      </a:r>
                      <a:endParaRPr lang="en-GB" sz="1200" b="1">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effectLst/>
                          <a:latin typeface="Amazon Ember" panose="020B0603020204020204" pitchFamily="34" charset="0"/>
                          <a:ea typeface="Amazon Ember" panose="020B0603020204020204" pitchFamily="34" charset="0"/>
                          <a:cs typeface="Amazon Ember" panose="020B0603020204020204" pitchFamily="34" charset="0"/>
                        </a:rPr>
                        <a:t>0</a:t>
                      </a:r>
                      <a:endParaRPr lang="en-GB" sz="120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低质量 - 严重缺陷</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36318">
                <a:tc>
                  <a:txBody>
                    <a:bodyPr/>
                    <a:lstStyle/>
                    <a:p>
                      <a:pPr algn="ctr"/>
                      <a:r>
                        <a:rPr lang="en-GB" sz="1200" b="1">
                          <a:effectLst/>
                          <a:latin typeface="Amazon Ember" panose="020B0603020204020204" pitchFamily="34" charset="0"/>
                          <a:ea typeface="Amazon Ember" panose="020B0603020204020204" pitchFamily="34" charset="0"/>
                          <a:cs typeface="Amazon Ember" panose="020B0603020204020204" pitchFamily="34" charset="0"/>
                        </a:rPr>
                        <a:t>未分级（U级）</a:t>
                      </a:r>
                      <a:endParaRPr lang="en-GB" sz="120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N/A</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dirty="0">
                          <a:effectLst/>
                          <a:latin typeface="Amazon Ember" panose="020B0603020204020204" pitchFamily="34" charset="0"/>
                          <a:ea typeface="Amazon Ember" panose="020B0603020204020204" pitchFamily="34" charset="0"/>
                          <a:cs typeface="Amazon Ember" panose="020B0603020204020204" pitchFamily="34" charset="0"/>
                        </a:rPr>
                        <a:t>低质量 - 政策违规</a:t>
                      </a:r>
                      <a:endParaRPr lang="en-GB" sz="12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57634" marR="57634" marT="28817" marB="28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TextBox 10"/>
          <p:cNvSpPr txBox="1"/>
          <p:nvPr/>
        </p:nvSpPr>
        <p:spPr>
          <a:xfrm>
            <a:off x="454862" y="1203709"/>
            <a:ext cx="11103942" cy="830997"/>
          </a:xfrm>
          <a:prstGeom prst="rect">
            <a:avLst/>
          </a:prstGeom>
          <a:noFill/>
        </p:spPr>
        <p:txBody>
          <a:bodyPr wrap="square">
            <a:spAutoFit/>
          </a:bodyPr>
          <a:lstStyle/>
          <a:p>
            <a:r>
              <a:rPr lang="en-GB" sz="1600" dirty="0">
                <a:latin typeface="Amazon Ember" panose="020B0603020204020204" pitchFamily="34" charset="0"/>
                <a:ea typeface="Amazon Ember" panose="020B0603020204020204" pitchFamily="34" charset="0"/>
                <a:cs typeface="Amazon Ember" panose="020B0603020204020204" pitchFamily="34" charset="0"/>
              </a:rPr>
              <a:t>CDQ 指标旨在全面评估单个商品目录数据质量对客户完整购买流程的影响。CDQv3由亚马逊精选与目录系统团队（ASCS）于2025年3月推出，用于检测目录数据的完整性、准确性和一致性。</a:t>
            </a:r>
            <a:endParaRPr lang="en-GB" sz="16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4" name="Picture 3"/>
          <p:cNvPicPr>
            <a:picLocks noChangeAspect="1"/>
          </p:cNvPicPr>
          <p:nvPr/>
        </p:nvPicPr>
        <p:blipFill>
          <a:blip r:embed="rId1"/>
          <a:stretch>
            <a:fillRect/>
          </a:stretch>
        </p:blipFill>
        <p:spPr>
          <a:xfrm>
            <a:off x="490696" y="2363839"/>
            <a:ext cx="6880219" cy="3571314"/>
          </a:xfrm>
          <a:prstGeom prst="rect">
            <a:avLst/>
          </a:prstGeom>
          <a:ln>
            <a:solidFill>
              <a:schemeClr val="tx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363009" y="5562574"/>
            <a:ext cx="11478212" cy="36194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Rectangle 3"/>
          <p:cNvSpPr/>
          <p:nvPr/>
        </p:nvSpPr>
        <p:spPr>
          <a:xfrm>
            <a:off x="364676" y="1837794"/>
            <a:ext cx="11478212" cy="749057"/>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2" name="Group 1"/>
          <p:cNvGrpSpPr/>
          <p:nvPr/>
        </p:nvGrpSpPr>
        <p:grpSpPr>
          <a:xfrm>
            <a:off x="7459837" y="633823"/>
            <a:ext cx="4728989" cy="152321"/>
            <a:chOff x="14921615" y="1266917"/>
            <a:chExt cx="9459210" cy="304681"/>
          </a:xfrm>
        </p:grpSpPr>
        <p:cxnSp>
          <p:nvCxnSpPr>
            <p:cNvPr id="31" name="Straight Connector 30"/>
            <p:cNvCxnSpPr>
              <a:endCxn id="36" idx="2"/>
            </p:cNvCxnSpPr>
            <p:nvPr/>
          </p:nvCxnSpPr>
          <p:spPr>
            <a:xfrm flipH="1">
              <a:off x="14921615" y="1419256"/>
              <a:ext cx="9459210"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16303366" y="1266917"/>
              <a:ext cx="3203726" cy="304681"/>
              <a:chOff x="4198708" y="2032307"/>
              <a:chExt cx="3204978" cy="304800"/>
            </a:xfrm>
            <a:solidFill>
              <a:srgbClr val="232F3E"/>
            </a:solidFill>
            <a:effectLst>
              <a:outerShdw blurRad="671413" dist="366117" dir="2400000" sx="99000" sy="99000" algn="t" rotWithShape="0">
                <a:prstClr val="black">
                  <a:alpha val="26000"/>
                </a:prstClr>
              </a:outerShdw>
            </a:effectLst>
          </p:grpSpPr>
          <p:sp>
            <p:nvSpPr>
              <p:cNvPr id="33" name="Rounded Rectangle 32"/>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sp>
            <p:nvSpPr>
              <p:cNvPr id="34" name="Delay 3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sp>
            <p:nvSpPr>
              <p:cNvPr id="35" name="Delay 34"/>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grpSp>
        <p:sp>
          <p:nvSpPr>
            <p:cNvPr id="36" name="Oval 35"/>
            <p:cNvSpPr/>
            <p:nvPr/>
          </p:nvSpPr>
          <p:spPr>
            <a:xfrm>
              <a:off x="14921616" y="1266917"/>
              <a:ext cx="304681" cy="30468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grpSp>
      <p:sp>
        <p:nvSpPr>
          <p:cNvPr id="7" name="TextBox 6"/>
          <p:cNvSpPr txBox="1"/>
          <p:nvPr/>
        </p:nvSpPr>
        <p:spPr>
          <a:xfrm>
            <a:off x="2054623" y="1481196"/>
            <a:ext cx="1783952" cy="307777"/>
          </a:xfrm>
          <a:prstGeom prst="rect">
            <a:avLst/>
          </a:prstGeom>
          <a:noFill/>
        </p:spPr>
        <p:txBody>
          <a:bodyPr wrap="square">
            <a:spAutoFit/>
          </a:bodyPr>
          <a:lstStyle/>
          <a:p>
            <a:r>
              <a:rPr lang="en-GB" sz="1400" b="1" i="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IDQv2度量</a:t>
            </a:r>
            <a:endParaRPr lang="en-GB" sz="1400" b="1" i="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Box 8"/>
          <p:cNvSpPr txBox="1"/>
          <p:nvPr/>
        </p:nvSpPr>
        <p:spPr>
          <a:xfrm>
            <a:off x="5824767" y="1502966"/>
            <a:ext cx="2969320" cy="307777"/>
          </a:xfrm>
          <a:prstGeom prst="rect">
            <a:avLst/>
          </a:prstGeom>
          <a:noFill/>
        </p:spPr>
        <p:txBody>
          <a:bodyPr wrap="square">
            <a:spAutoFit/>
          </a:bodyPr>
          <a:lstStyle/>
          <a:p>
            <a:r>
              <a:rPr lang="en-GB" sz="1400" b="1" i="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CDQ v3指标（新增）</a:t>
            </a:r>
            <a:endParaRPr lang="en-GB" sz="1400" b="1" i="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6" name="TextBox 15"/>
          <p:cNvSpPr txBox="1"/>
          <p:nvPr/>
        </p:nvSpPr>
        <p:spPr>
          <a:xfrm>
            <a:off x="391084" y="1949640"/>
            <a:ext cx="1313464" cy="492443"/>
          </a:xfrm>
          <a:prstGeom prst="rect">
            <a:avLst/>
          </a:prstGeom>
          <a:noFill/>
        </p:spPr>
        <p:txBody>
          <a:bodyPr wrap="square">
            <a:spAutoFit/>
          </a:bodyPr>
          <a:lstStyle/>
          <a:p>
            <a:r>
              <a:rPr lang="en-GB" sz="1300" b="1" dirty="0">
                <a:latin typeface="Amazon Ember" panose="020B0603020204020204" pitchFamily="34" charset="0"/>
                <a:ea typeface="Amazon Ember" panose="020B0603020204020204" pitchFamily="34" charset="0"/>
                <a:cs typeface="Amazon Ember" panose="020B0603020204020204" pitchFamily="34" charset="0"/>
              </a:rPr>
              <a:t>策略违规</a:t>
            </a:r>
            <a:endParaRPr lang="en-GB" sz="13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8" name="TextBox 17"/>
          <p:cNvSpPr txBox="1"/>
          <p:nvPr/>
        </p:nvSpPr>
        <p:spPr>
          <a:xfrm>
            <a:off x="1850145" y="1937410"/>
            <a:ext cx="2668576" cy="292388"/>
          </a:xfrm>
          <a:prstGeom prst="rect">
            <a:avLst/>
          </a:prstGeom>
          <a:noFill/>
        </p:spPr>
        <p:txBody>
          <a:bodyPr wrap="square">
            <a:spAutoFit/>
          </a:bodyPr>
          <a:lstStyle/>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索引/网站抑制</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0" name="TextBox 19"/>
          <p:cNvSpPr txBox="1"/>
          <p:nvPr/>
        </p:nvSpPr>
        <p:spPr>
          <a:xfrm>
            <a:off x="5540832" y="1915637"/>
            <a:ext cx="6286493" cy="692497"/>
          </a:xfrm>
          <a:prstGeom prst="rect">
            <a:avLst/>
          </a:prstGeom>
          <a:noFill/>
        </p:spPr>
        <p:txBody>
          <a:bodyPr wrap="square">
            <a:spAutoFit/>
          </a:bodyPr>
          <a:lstStyle/>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索引/网站抑制</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标题政策违规（标题不完整、冗余、包含受限关键词、长度或大小写错误）</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Rectangle 22"/>
          <p:cNvSpPr/>
          <p:nvPr/>
        </p:nvSpPr>
        <p:spPr>
          <a:xfrm>
            <a:off x="439758" y="2604028"/>
            <a:ext cx="11402018" cy="65747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5" name="TextBox 24"/>
          <p:cNvSpPr txBox="1"/>
          <p:nvPr/>
        </p:nvSpPr>
        <p:spPr>
          <a:xfrm>
            <a:off x="372940" y="2624918"/>
            <a:ext cx="1313464" cy="492443"/>
          </a:xfrm>
          <a:prstGeom prst="rect">
            <a:avLst/>
          </a:prstGeom>
          <a:noFill/>
        </p:spPr>
        <p:txBody>
          <a:bodyPr wrap="square">
            <a:spAutoFit/>
          </a:bodyPr>
          <a:lstStyle/>
          <a:p>
            <a:r>
              <a:rPr lang="en-GB" sz="1300" b="1" dirty="0">
                <a:latin typeface="Amazon Ember" panose="020B0603020204020204" pitchFamily="34" charset="0"/>
                <a:ea typeface="Amazon Ember" panose="020B0603020204020204" pitchFamily="34" charset="0"/>
                <a:cs typeface="Amazon Ember" panose="020B0603020204020204" pitchFamily="34" charset="0"/>
              </a:rPr>
              <a:t>严重缺陷</a:t>
            </a:r>
            <a:endParaRPr lang="en-GB" sz="13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7" name="TextBox 26"/>
          <p:cNvSpPr txBox="1"/>
          <p:nvPr/>
        </p:nvSpPr>
        <p:spPr>
          <a:xfrm>
            <a:off x="5540832" y="2583261"/>
            <a:ext cx="6268703" cy="692497"/>
          </a:xfrm>
          <a:prstGeom prst="rect">
            <a:avLst/>
          </a:prstGeom>
          <a:noFill/>
        </p:spPr>
        <p:txBody>
          <a:bodyPr wrap="square">
            <a:spAutoFit/>
          </a:bodyPr>
          <a:lstStyle/>
          <a:p>
            <a:pPr marL="285750" indent="-285750">
              <a:buFont typeface="Arial" panose="020B0604020202020204" pitchFamily="34" charset="0"/>
              <a:buChar cha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大多数PT中前6项相关属性错误或前10项相关属性完整性&lt;50%*</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变异严重缺陷</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extBox 36"/>
          <p:cNvSpPr txBox="1"/>
          <p:nvPr/>
        </p:nvSpPr>
        <p:spPr>
          <a:xfrm>
            <a:off x="2143293" y="2617259"/>
            <a:ext cx="1037126" cy="303721"/>
          </a:xfrm>
          <a:prstGeom prst="rect">
            <a:avLst/>
          </a:prstGeom>
          <a:noFill/>
        </p:spPr>
        <p:txBody>
          <a:bodyPr wrap="square">
            <a:spAutoFit/>
          </a:bodyPr>
          <a:lstStyle/>
          <a:p>
            <a:r>
              <a:rPr lang="en-GB" sz="1300" dirty="0">
                <a:latin typeface="Amazon Ember" panose="020B0603020204020204" pitchFamily="34" charset="0"/>
                <a:ea typeface="Amazon Ember" panose="020B0603020204020204" pitchFamily="34" charset="0"/>
                <a:cs typeface="Amazon Ember" panose="020B0603020204020204" pitchFamily="34" charset="0"/>
              </a:rPr>
              <a:t>-</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8" name="Rectangle 37"/>
          <p:cNvSpPr/>
          <p:nvPr/>
        </p:nvSpPr>
        <p:spPr>
          <a:xfrm>
            <a:off x="363564" y="3299907"/>
            <a:ext cx="11478212" cy="51054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TextBox 40"/>
          <p:cNvSpPr txBox="1"/>
          <p:nvPr/>
        </p:nvSpPr>
        <p:spPr>
          <a:xfrm>
            <a:off x="381302" y="3300449"/>
            <a:ext cx="1189896" cy="492443"/>
          </a:xfrm>
          <a:prstGeom prst="rect">
            <a:avLst/>
          </a:prstGeom>
          <a:noFill/>
        </p:spPr>
        <p:txBody>
          <a:bodyPr wrap="square">
            <a:spAutoFit/>
          </a:bodyPr>
          <a:lstStyle/>
          <a:p>
            <a:r>
              <a:rPr lang="en-GB" sz="1300" b="1" dirty="0">
                <a:latin typeface="Amazon Ember" panose="020B0603020204020204" pitchFamily="34" charset="0"/>
                <a:ea typeface="Amazon Ember" panose="020B0603020204020204" pitchFamily="34" charset="0"/>
                <a:cs typeface="Amazon Ember" panose="020B0603020204020204" pitchFamily="34" charset="0"/>
              </a:rPr>
              <a:t>结构化属性</a:t>
            </a:r>
            <a:endParaRPr lang="en-GB" sz="13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TextBox 42"/>
          <p:cNvSpPr txBox="1"/>
          <p:nvPr/>
        </p:nvSpPr>
        <p:spPr>
          <a:xfrm>
            <a:off x="1850145" y="3311920"/>
            <a:ext cx="3444742" cy="492443"/>
          </a:xfrm>
          <a:prstGeom prst="rect">
            <a:avLst/>
          </a:prstGeom>
          <a:noFill/>
        </p:spPr>
        <p:txBody>
          <a:bodyPr wrap="square">
            <a:spAutoFit/>
          </a:bodyPr>
          <a:lstStyle/>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前4/10相关属性完整性</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5" name="TextBox 44"/>
          <p:cNvSpPr txBox="1"/>
          <p:nvPr/>
        </p:nvSpPr>
        <p:spPr>
          <a:xfrm>
            <a:off x="5550143" y="3302085"/>
            <a:ext cx="6435027" cy="492443"/>
          </a:xfrm>
          <a:prstGeom prst="rect">
            <a:avLst/>
          </a:prstGeom>
          <a:noFill/>
        </p:spPr>
        <p:txBody>
          <a:bodyPr wrap="square">
            <a:spAutoFit/>
          </a:bodyPr>
          <a:lstStyle/>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相关属性的完整性与正确性</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Top 6 + Band A/B属性分析 -&gt; 详情页中客户反馈的关键信息</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Rectangle 48"/>
          <p:cNvSpPr/>
          <p:nvPr/>
        </p:nvSpPr>
        <p:spPr>
          <a:xfrm>
            <a:off x="439203" y="3833290"/>
            <a:ext cx="11402018" cy="63433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1" name="TextBox 50"/>
          <p:cNvSpPr txBox="1"/>
          <p:nvPr/>
        </p:nvSpPr>
        <p:spPr>
          <a:xfrm>
            <a:off x="367991" y="3807440"/>
            <a:ext cx="758851" cy="292388"/>
          </a:xfrm>
          <a:prstGeom prst="rect">
            <a:avLst/>
          </a:prstGeom>
          <a:noFill/>
        </p:spPr>
        <p:txBody>
          <a:bodyPr wrap="square">
            <a:spAutoFit/>
          </a:bodyPr>
          <a:lstStyle/>
          <a:p>
            <a:r>
              <a:rPr lang="en-GB" sz="1300" b="1" dirty="0">
                <a:latin typeface="Amazon Ember" panose="020B0603020204020204" pitchFamily="34" charset="0"/>
                <a:ea typeface="Amazon Ember" panose="020B0603020204020204" pitchFamily="34" charset="0"/>
                <a:cs typeface="Amazon Ember" panose="020B0603020204020204" pitchFamily="34" charset="0"/>
              </a:rPr>
              <a:t>标题</a:t>
            </a:r>
            <a:endParaRPr lang="en-GB" sz="13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3" name="TextBox 52"/>
          <p:cNvSpPr txBox="1"/>
          <p:nvPr/>
        </p:nvSpPr>
        <p:spPr>
          <a:xfrm>
            <a:off x="1850145" y="3816867"/>
            <a:ext cx="2255177" cy="496800"/>
          </a:xfrm>
          <a:prstGeom prst="rect">
            <a:avLst/>
          </a:prstGeom>
          <a:noFill/>
        </p:spPr>
        <p:txBody>
          <a:bodyPr wrap="square">
            <a:spAutoFit/>
          </a:bodyPr>
          <a:lstStyle/>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标题长度</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latin typeface="Amazon Ember" panose="020B0603020204020204" pitchFamily="34" charset="0"/>
                <a:ea typeface="Amazon Ember" panose="020B0603020204020204" pitchFamily="34" charset="0"/>
                <a:cs typeface="Amazon Ember" panose="020B0603020204020204" pitchFamily="34" charset="0"/>
              </a:rPr>
              <a:t>标题以品牌开头</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5" name="TextBox 54"/>
          <p:cNvSpPr txBox="1"/>
          <p:nvPr/>
        </p:nvSpPr>
        <p:spPr>
          <a:xfrm>
            <a:off x="5551717" y="3813642"/>
            <a:ext cx="5289131" cy="49244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标题完整性、大小写及长度</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受限与冗余关键词</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9" name="Rectangle 58"/>
          <p:cNvSpPr/>
          <p:nvPr/>
        </p:nvSpPr>
        <p:spPr>
          <a:xfrm>
            <a:off x="363009" y="4334049"/>
            <a:ext cx="11478212" cy="593183"/>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mazon Ember" panose="020B0603020204020204" pitchFamily="34" charset="0"/>
              <a:ea typeface="Amazon Ember" panose="020B0603020204020204" pitchFamily="34" charset="0"/>
              <a:cs typeface="Amazon Ember" panose="020B0603020204020204" pitchFamily="34" charset="0"/>
            </a:endParaRPr>
          </a:p>
        </p:txBody>
      </p:sp>
      <p:sp>
        <p:nvSpPr>
          <p:cNvPr id="61" name="TextBox 60"/>
          <p:cNvSpPr txBox="1"/>
          <p:nvPr/>
        </p:nvSpPr>
        <p:spPr>
          <a:xfrm>
            <a:off x="376155" y="4362435"/>
            <a:ext cx="1526469" cy="291465"/>
          </a:xfrm>
          <a:prstGeom prst="rect">
            <a:avLst/>
          </a:prstGeom>
          <a:noFill/>
        </p:spPr>
        <p:txBody>
          <a:bodyPr wrap="square">
            <a:spAutoFit/>
          </a:bodyPr>
          <a:lstStyle/>
          <a:p>
            <a:r>
              <a:rPr lang="zh-CN" altLang="en-GB" sz="1300" b="1" dirty="0">
                <a:latin typeface="Amazon Ember" panose="020B0603020204020204" pitchFamily="34" charset="0"/>
                <a:ea typeface="Amazon Ember" panose="020B0603020204020204" pitchFamily="34" charset="0"/>
                <a:cs typeface="Amazon Ember" panose="020B0603020204020204" pitchFamily="34" charset="0"/>
              </a:rPr>
              <a:t>五点</a:t>
            </a:r>
            <a:r>
              <a:rPr lang="en-GB" sz="1300" b="1" dirty="0">
                <a:latin typeface="Amazon Ember" panose="020B0603020204020204" pitchFamily="34" charset="0"/>
                <a:ea typeface="Amazon Ember" panose="020B0603020204020204" pitchFamily="34" charset="0"/>
                <a:cs typeface="Amazon Ember" panose="020B0603020204020204" pitchFamily="34" charset="0"/>
              </a:rPr>
              <a:t>与说明</a:t>
            </a:r>
            <a:endParaRPr lang="en-GB" sz="13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3" name="TextBox 62"/>
          <p:cNvSpPr txBox="1"/>
          <p:nvPr/>
        </p:nvSpPr>
        <p:spPr>
          <a:xfrm>
            <a:off x="1850144" y="4361758"/>
            <a:ext cx="3691835" cy="491490"/>
          </a:xfrm>
          <a:prstGeom prst="rect">
            <a:avLst/>
          </a:prstGeom>
          <a:noFill/>
        </p:spPr>
        <p:txBody>
          <a:bodyPr wrap="square">
            <a:spAutoFit/>
          </a:bodyPr>
          <a:lstStyle/>
          <a:p>
            <a:pPr marL="285750" indent="-285750">
              <a:buFont typeface="Arial" panose="020B0604020202020204" pitchFamily="34" charset="0"/>
              <a:buChar char="•"/>
            </a:pPr>
            <a:r>
              <a:rPr lang="zh-CN" altLang="en-GB" sz="1300" dirty="0">
                <a:latin typeface="Amazon Ember" panose="020B0603020204020204" pitchFamily="34" charset="0"/>
                <a:ea typeface="Amazon Ember" panose="020B0603020204020204" pitchFamily="34" charset="0"/>
                <a:cs typeface="Amazon Ember" panose="020B0603020204020204" pitchFamily="34" charset="0"/>
              </a:rPr>
              <a:t>五点</a:t>
            </a:r>
            <a:r>
              <a:rPr lang="en-GB" sz="1300" dirty="0">
                <a:latin typeface="Amazon Ember" panose="020B0603020204020204" pitchFamily="34" charset="0"/>
                <a:ea typeface="Amazon Ember" panose="020B0603020204020204" pitchFamily="34" charset="0"/>
                <a:cs typeface="Amazon Ember" panose="020B0603020204020204" pitchFamily="34" charset="0"/>
              </a:rPr>
              <a:t>数量≥3</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rgbClr val="C00000"/>
                </a:solidFill>
                <a:latin typeface="Amazon Ember" panose="020B0603020204020204" pitchFamily="34" charset="0"/>
                <a:ea typeface="Amazon Ember" panose="020B0603020204020204" pitchFamily="34" charset="0"/>
                <a:cs typeface="Amazon Ember" panose="020B0603020204020204" pitchFamily="34" charset="0"/>
              </a:rPr>
              <a:t>包含产品描述（CDQ 版本中已移除）</a:t>
            </a:r>
            <a:endParaRPr lang="en-GB" sz="1300" dirty="0">
              <a:solidFill>
                <a:srgbClr val="C0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5" name="TextBox 64"/>
          <p:cNvSpPr txBox="1"/>
          <p:nvPr/>
        </p:nvSpPr>
        <p:spPr>
          <a:xfrm>
            <a:off x="5550143" y="4369442"/>
            <a:ext cx="2332800" cy="29146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GB" sz="1300" dirty="0">
                <a:latin typeface="Amazon Ember" panose="020B0603020204020204" pitchFamily="34" charset="0"/>
                <a:ea typeface="Amazon Ember" panose="020B0603020204020204" pitchFamily="34" charset="0"/>
                <a:cs typeface="Amazon Ember" panose="020B0603020204020204" pitchFamily="34" charset="0"/>
              </a:rPr>
              <a:t>五点</a:t>
            </a:r>
            <a:r>
              <a:rPr lang="en-GB" sz="1300" dirty="0">
                <a:latin typeface="Amazon Ember" panose="020B0603020204020204" pitchFamily="34" charset="0"/>
                <a:ea typeface="Amazon Ember" panose="020B0603020204020204" pitchFamily="34" charset="0"/>
                <a:cs typeface="Amazon Ember" panose="020B0603020204020204" pitchFamily="34" charset="0"/>
              </a:rPr>
              <a:t>数量≥3</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9" name="Rectangle 68"/>
          <p:cNvSpPr/>
          <p:nvPr/>
        </p:nvSpPr>
        <p:spPr>
          <a:xfrm>
            <a:off x="414806" y="4912978"/>
            <a:ext cx="11426415" cy="67011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1" name="TextBox 70"/>
          <p:cNvSpPr txBox="1"/>
          <p:nvPr/>
        </p:nvSpPr>
        <p:spPr>
          <a:xfrm>
            <a:off x="357793" y="5603479"/>
            <a:ext cx="1218569" cy="291465"/>
          </a:xfrm>
          <a:prstGeom prst="rect">
            <a:avLst/>
          </a:prstGeom>
          <a:noFill/>
        </p:spPr>
        <p:txBody>
          <a:bodyPr wrap="square">
            <a:spAutoFit/>
          </a:bodyPr>
          <a:lstStyle/>
          <a:p>
            <a:r>
              <a:rPr lang="en-GB" sz="1300" b="1" dirty="0">
                <a:latin typeface="Amazon Ember" panose="020B0603020204020204" pitchFamily="34" charset="0"/>
                <a:ea typeface="Amazon Ember" panose="020B0603020204020204" pitchFamily="34" charset="0"/>
                <a:cs typeface="Amazon Ember" panose="020B0603020204020204" pitchFamily="34" charset="0"/>
              </a:rPr>
              <a:t>变</a:t>
            </a:r>
            <a:r>
              <a:rPr lang="zh-CN" altLang="en-GB" sz="1300" b="1" dirty="0">
                <a:latin typeface="Amazon Ember" panose="020B0603020204020204" pitchFamily="34" charset="0"/>
                <a:ea typeface="Amazon Ember" panose="020B0603020204020204" pitchFamily="34" charset="0"/>
                <a:cs typeface="Amazon Ember" panose="020B0603020204020204" pitchFamily="34" charset="0"/>
              </a:rPr>
              <a:t>体</a:t>
            </a:r>
            <a:endParaRPr lang="zh-CN" altLang="en-GB" sz="13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2" name="TextBox 71"/>
          <p:cNvSpPr txBox="1"/>
          <p:nvPr/>
        </p:nvSpPr>
        <p:spPr>
          <a:xfrm>
            <a:off x="1873442" y="5574604"/>
            <a:ext cx="881743" cy="293173"/>
          </a:xfrm>
          <a:prstGeom prst="rect">
            <a:avLst/>
          </a:prstGeom>
          <a:noFill/>
        </p:spPr>
        <p:txBody>
          <a:bodyPr wrap="square">
            <a:spAutoFit/>
          </a:bodyPr>
          <a:lstStyle/>
          <a:p>
            <a:r>
              <a:rPr lang="en-GB" sz="1300" dirty="0">
                <a:latin typeface="Amazon Ember" panose="020B0603020204020204" pitchFamily="34" charset="0"/>
                <a:ea typeface="Amazon Ember" panose="020B0603020204020204" pitchFamily="34" charset="0"/>
                <a:cs typeface="Amazon Ember" panose="020B0603020204020204" pitchFamily="34" charset="0"/>
              </a:rPr>
              <a:t>-</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4" name="TextBox 73"/>
          <p:cNvSpPr txBox="1"/>
          <p:nvPr/>
        </p:nvSpPr>
        <p:spPr>
          <a:xfrm>
            <a:off x="5561030" y="5607609"/>
            <a:ext cx="5773720" cy="291465"/>
          </a:xfrm>
          <a:prstGeom prst="rect">
            <a:avLst/>
          </a:prstGeom>
          <a:noFill/>
        </p:spPr>
        <p:txBody>
          <a:bodyPr wrap="square">
            <a:spAutoFit/>
          </a:bodyPr>
          <a:lstStyle/>
          <a:p>
            <a:pPr marL="285750" indent="-285750">
              <a:buFont typeface="Arial" panose="020B0604020202020204" pitchFamily="34" charset="0"/>
              <a:buChar cha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变</a:t>
            </a:r>
            <a:r>
              <a:rPr lang="zh-CN" alt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体</a:t>
            </a: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主题属性需保持一致性、正确性及避免重复</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0" name="TextBox 79"/>
          <p:cNvSpPr txBox="1"/>
          <p:nvPr/>
        </p:nvSpPr>
        <p:spPr>
          <a:xfrm>
            <a:off x="380541" y="4931167"/>
            <a:ext cx="1322783" cy="292388"/>
          </a:xfrm>
          <a:prstGeom prst="rect">
            <a:avLst/>
          </a:prstGeom>
          <a:noFill/>
        </p:spPr>
        <p:txBody>
          <a:bodyPr wrap="square">
            <a:spAutoFit/>
          </a:bodyPr>
          <a:lstStyle/>
          <a:p>
            <a:r>
              <a:rPr lang="en-GB" sz="13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图像与A+</a:t>
            </a:r>
            <a:endParaRPr lang="en-GB" sz="13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2" name="TextBox 81"/>
          <p:cNvSpPr txBox="1"/>
          <p:nvPr/>
        </p:nvSpPr>
        <p:spPr>
          <a:xfrm>
            <a:off x="1859972" y="4925310"/>
            <a:ext cx="1828800" cy="692497"/>
          </a:xfrm>
          <a:prstGeom prst="rect">
            <a:avLst/>
          </a:prstGeom>
          <a:noFill/>
        </p:spPr>
        <p:txBody>
          <a:bodyPr wrap="square">
            <a:spAutoFit/>
          </a:bodyPr>
          <a:lstStyle/>
          <a:p>
            <a:pPr marL="285750" indent="-285750">
              <a:buFont typeface="Arial" panose="020B0604020202020204" pitchFamily="34" charset="0"/>
              <a:buChar char="•"/>
            </a:pPr>
            <a:r>
              <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图像数量≥4</a:t>
            </a:r>
            <a:endPar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IAI &gt;=0.4</a:t>
            </a:r>
            <a:endPar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A+型</a:t>
            </a:r>
            <a:endPar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4" name="TextBox 83"/>
          <p:cNvSpPr txBox="1"/>
          <p:nvPr/>
        </p:nvSpPr>
        <p:spPr>
          <a:xfrm>
            <a:off x="5551572" y="4914466"/>
            <a:ext cx="2255177" cy="692497"/>
          </a:xfrm>
          <a:prstGeom prst="rect">
            <a:avLst/>
          </a:prstGeom>
          <a:noFill/>
        </p:spPr>
        <p:txBody>
          <a:bodyPr wrap="square">
            <a:spAutoFit/>
          </a:bodyPr>
          <a:lstStyle/>
          <a:p>
            <a:pPr marL="285750" indent="-285750">
              <a:buFont typeface="Arial" panose="020B0604020202020204" pitchFamily="34" charset="0"/>
              <a:buChar char="•"/>
            </a:pPr>
            <a:r>
              <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图像数量≥4</a:t>
            </a:r>
            <a:endPar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IAI &gt;=0.4</a:t>
            </a:r>
            <a:endPar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A+型</a:t>
            </a:r>
            <a:endParaRPr lang="en-GB" sz="13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5" name="TextBox 84"/>
          <p:cNvSpPr txBox="1"/>
          <p:nvPr/>
        </p:nvSpPr>
        <p:spPr>
          <a:xfrm>
            <a:off x="7662030" y="4836742"/>
            <a:ext cx="881743" cy="293173"/>
          </a:xfrm>
          <a:prstGeom prst="rect">
            <a:avLst/>
          </a:prstGeom>
          <a:noFill/>
        </p:spPr>
        <p:txBody>
          <a:bodyPr wrap="square">
            <a:spAutoFit/>
          </a:bodyPr>
          <a:lstStyle/>
          <a:p>
            <a:r>
              <a:rPr lang="en-GB" sz="1300" dirty="0">
                <a:latin typeface="Amazon Ember" panose="020B0603020204020204" pitchFamily="34" charset="0"/>
                <a:ea typeface="Amazon Ember" panose="020B0603020204020204" pitchFamily="34" charset="0"/>
                <a:cs typeface="Amazon Ember" panose="020B0603020204020204" pitchFamily="34" charset="0"/>
              </a:rPr>
              <a:t>-</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7" name="Rectangle 86"/>
          <p:cNvSpPr/>
          <p:nvPr/>
        </p:nvSpPr>
        <p:spPr>
          <a:xfrm>
            <a:off x="447464" y="5968126"/>
            <a:ext cx="11393757" cy="35432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9" name="TextBox 88"/>
          <p:cNvSpPr txBox="1"/>
          <p:nvPr/>
        </p:nvSpPr>
        <p:spPr>
          <a:xfrm>
            <a:off x="354936" y="5922455"/>
            <a:ext cx="1365564" cy="492443"/>
          </a:xfrm>
          <a:prstGeom prst="rect">
            <a:avLst/>
          </a:prstGeom>
          <a:noFill/>
        </p:spPr>
        <p:txBody>
          <a:bodyPr wrap="square">
            <a:spAutoFit/>
          </a:bodyPr>
          <a:lstStyle/>
          <a:p>
            <a:r>
              <a:rPr lang="en-GB" sz="1300" b="1" dirty="0">
                <a:latin typeface="Amazon Ember" panose="020B0603020204020204" pitchFamily="34" charset="0"/>
                <a:ea typeface="Amazon Ember" panose="020B0603020204020204" pitchFamily="34" charset="0"/>
                <a:cs typeface="Amazon Ember" panose="020B0603020204020204" pitchFamily="34" charset="0"/>
              </a:rPr>
              <a:t>可发现性（即将推出）</a:t>
            </a:r>
            <a:endParaRPr lang="en-GB" sz="13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1" name="TextBox 90"/>
          <p:cNvSpPr txBox="1"/>
          <p:nvPr/>
        </p:nvSpPr>
        <p:spPr>
          <a:xfrm>
            <a:off x="1871917" y="5926273"/>
            <a:ext cx="3185858" cy="492443"/>
          </a:xfrm>
          <a:prstGeom prst="rect">
            <a:avLst/>
          </a:prstGeom>
          <a:noFill/>
        </p:spPr>
        <p:txBody>
          <a:bodyPr wrap="square">
            <a:spAutoFit/>
          </a:bodyPr>
          <a:lstStyle/>
          <a:p>
            <a:pPr marL="285750" indent="-285750">
              <a:buFont typeface="Arial" panose="020B0604020202020204" pitchFamily="34" charset="0"/>
              <a:buChar char="•"/>
            </a:pPr>
            <a:r>
              <a:rPr lang="en-GB" sz="1300" dirty="0">
                <a:solidFill>
                  <a:srgbClr val="C00000"/>
                </a:solidFill>
                <a:latin typeface="Amazon Ember" panose="020B0603020204020204" pitchFamily="34" charset="0"/>
                <a:ea typeface="Amazon Ember" panose="020B0603020204020204" pitchFamily="34" charset="0"/>
                <a:cs typeface="Amazon Ember" panose="020B0603020204020204" pitchFamily="34" charset="0"/>
              </a:rPr>
              <a:t>具有叶节点（在 CDQ 中已移除）</a:t>
            </a:r>
            <a:endParaRPr lang="en-GB" sz="1300" dirty="0">
              <a:solidFill>
                <a:srgbClr val="C00000"/>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300" dirty="0">
                <a:solidFill>
                  <a:srgbClr val="C00000"/>
                </a:solidFill>
                <a:latin typeface="Amazon Ember" panose="020B0603020204020204" pitchFamily="34" charset="0"/>
                <a:ea typeface="Amazon Ember" panose="020B0603020204020204" pitchFamily="34" charset="0"/>
                <a:cs typeface="Amazon Ember" panose="020B0603020204020204" pitchFamily="34" charset="0"/>
              </a:rPr>
              <a:t>包含关键词（CDQ 中已移除）</a:t>
            </a:r>
            <a:endParaRPr lang="en-GB" sz="1300" dirty="0">
              <a:solidFill>
                <a:srgbClr val="C0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3" name="TextBox 92"/>
          <p:cNvSpPr txBox="1"/>
          <p:nvPr/>
        </p:nvSpPr>
        <p:spPr>
          <a:xfrm>
            <a:off x="5561030" y="6009675"/>
            <a:ext cx="3668889" cy="292388"/>
          </a:xfrm>
          <a:prstGeom prst="rect">
            <a:avLst/>
          </a:prstGeom>
          <a:noFill/>
        </p:spPr>
        <p:txBody>
          <a:bodyPr wrap="square">
            <a:spAutoFit/>
          </a:bodyPr>
          <a:lstStyle/>
          <a:p>
            <a:pPr marL="285750" indent="-285750">
              <a:buFont typeface="Arial" panose="020B0604020202020204" pitchFamily="34" charset="0"/>
              <a:buChar char="•"/>
            </a:pPr>
            <a:r>
              <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rPr>
              <a:t>将于2026年推出</a:t>
            </a:r>
            <a:endParaRPr lang="en-GB" sz="1300" dirty="0">
              <a:solidFill>
                <a:srgbClr val="00B050"/>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99" name="Straight Connector 98"/>
          <p:cNvCxnSpPr/>
          <p:nvPr/>
        </p:nvCxnSpPr>
        <p:spPr>
          <a:xfrm flipH="1">
            <a:off x="1869195" y="1915637"/>
            <a:ext cx="9827" cy="460555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5523922" y="1915637"/>
            <a:ext cx="0" cy="460555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0124551" y="6504961"/>
            <a:ext cx="3889060" cy="307777"/>
          </a:xfrm>
          <a:prstGeom prst="rect">
            <a:avLst/>
          </a:prstGeom>
          <a:noFill/>
        </p:spPr>
        <p:txBody>
          <a:bodyPr wrap="square" rtlCol="0">
            <a:spAutoFit/>
          </a:bodyPr>
          <a:lstStyle/>
          <a:p>
            <a:r>
              <a:rPr lang="en-GB" sz="1400" dirty="0"/>
              <a:t>更多详情参见维基百科</a:t>
            </a:r>
            <a:endParaRPr lang="en-GB" sz="1400" dirty="0"/>
          </a:p>
        </p:txBody>
      </p:sp>
      <p:sp>
        <p:nvSpPr>
          <p:cNvPr id="5" name="TextBox 4"/>
          <p:cNvSpPr txBox="1"/>
          <p:nvPr/>
        </p:nvSpPr>
        <p:spPr>
          <a:xfrm>
            <a:off x="395683" y="6560233"/>
            <a:ext cx="6947694" cy="276999"/>
          </a:xfrm>
          <a:prstGeom prst="rect">
            <a:avLst/>
          </a:prstGeom>
          <a:noFill/>
        </p:spPr>
        <p:txBody>
          <a:bodyPr wrap="square" rtlCol="0">
            <a:spAutoFit/>
          </a:bodyPr>
          <a:lstStyle/>
          <a:p>
            <a:r>
              <a:rPr lang="en-GB" sz="1200" dirty="0">
                <a:latin typeface="Amazon Ember" panose="020B0603020204020204" pitchFamily="34" charset="0"/>
                <a:ea typeface="Amazon Ember" panose="020B0603020204020204" pitchFamily="34" charset="0"/>
                <a:cs typeface="Amazon Ember" panose="020B0603020204020204" pitchFamily="34" charset="0"/>
              </a:rPr>
              <a:t>* 部分Softline PT遵循不同的相关属性排序逻辑</a:t>
            </a:r>
            <a:endParaRPr lang="en-GB" sz="1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 name="Text Placeholder 5"/>
          <p:cNvSpPr txBox="1"/>
          <p:nvPr/>
        </p:nvSpPr>
        <p:spPr>
          <a:xfrm>
            <a:off x="428202" y="136430"/>
            <a:ext cx="6710033" cy="1082348"/>
          </a:xfrm>
          <a:prstGeom prst="rect">
            <a:avLst/>
          </a:prstGeom>
        </p:spPr>
        <p:txBody>
          <a:bodyPr vert="horz" lIns="91440" tIns="45720" rIns="91440" bIns="45720" rtlCol="0">
            <a:spAutoFit/>
          </a:bodyPr>
          <a:lstStyle>
            <a:lvl1pPr marL="0" indent="0" algn="l" defTabSz="1218565" rtl="0" eaLnBrk="1" latinLnBrk="0" hangingPunct="1">
              <a:lnSpc>
                <a:spcPct val="100000"/>
              </a:lnSpc>
              <a:spcBef>
                <a:spcPts val="1000"/>
              </a:spcBef>
              <a:buFontTx/>
              <a:buNone/>
              <a:defRPr sz="2200" b="1" i="0" kern="120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sym typeface="Amazon Ember Display"/>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CDQ 指标概述：</a:t>
            </a:r>
            <a:endParaRPr lang="en-US" sz="2800" dirty="0"/>
          </a:p>
          <a:p>
            <a:r>
              <a:rPr lang="en-US" sz="2800" dirty="0"/>
              <a:t>CDQv3对比IDQv2</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4" grpId="0" animBg="1"/>
      <p:bldP spid="7" grpId="0"/>
      <p:bldP spid="9" grpId="0"/>
      <p:bldP spid="16" grpId="0"/>
      <p:bldP spid="18" grpId="0"/>
      <p:bldP spid="20" grpId="0"/>
      <p:bldP spid="23" grpId="0" animBg="1"/>
      <p:bldP spid="25" grpId="0"/>
      <p:bldP spid="27" grpId="0"/>
      <p:bldP spid="37" grpId="0"/>
      <p:bldP spid="38" grpId="0" animBg="1"/>
      <p:bldP spid="41" grpId="0"/>
      <p:bldP spid="43" grpId="0"/>
      <p:bldP spid="45" grpId="0"/>
      <p:bldP spid="49" grpId="0" animBg="1"/>
      <p:bldP spid="51" grpId="0"/>
      <p:bldP spid="53" grpId="0"/>
      <p:bldP spid="55" grpId="0"/>
      <p:bldP spid="59" grpId="0" animBg="1"/>
      <p:bldP spid="61" grpId="0"/>
      <p:bldP spid="63" grpId="0"/>
      <p:bldP spid="65" grpId="0"/>
      <p:bldP spid="69" grpId="0" animBg="1"/>
      <p:bldP spid="71" grpId="0"/>
      <p:bldP spid="72" grpId="0"/>
      <p:bldP spid="74" grpId="0"/>
      <p:bldP spid="80" grpId="0"/>
      <p:bldP spid="82" grpId="0"/>
      <p:bldP spid="84" grpId="0"/>
      <p:bldP spid="85" grpId="0"/>
      <p:bldP spid="87" grpId="0" animBg="1"/>
      <p:bldP spid="89" grpId="0"/>
      <p:bldP spid="91" grpId="0"/>
      <p:bldP spid="9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459837" y="633823"/>
            <a:ext cx="4728989" cy="152321"/>
            <a:chOff x="14921615" y="1266917"/>
            <a:chExt cx="9459210" cy="304681"/>
          </a:xfrm>
        </p:grpSpPr>
        <p:cxnSp>
          <p:nvCxnSpPr>
            <p:cNvPr id="31" name="Straight Connector 30"/>
            <p:cNvCxnSpPr>
              <a:endCxn id="36" idx="2"/>
            </p:cNvCxnSpPr>
            <p:nvPr/>
          </p:nvCxnSpPr>
          <p:spPr>
            <a:xfrm flipH="1">
              <a:off x="14921615" y="1419256"/>
              <a:ext cx="9459210"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16303366" y="1266917"/>
              <a:ext cx="3203726" cy="304681"/>
              <a:chOff x="4198708" y="2032307"/>
              <a:chExt cx="3204978" cy="304800"/>
            </a:xfrm>
            <a:solidFill>
              <a:srgbClr val="232F3E"/>
            </a:solidFill>
            <a:effectLst>
              <a:outerShdw blurRad="671413" dist="366117" dir="2400000" sx="99000" sy="99000" algn="t" rotWithShape="0">
                <a:prstClr val="black">
                  <a:alpha val="26000"/>
                </a:prstClr>
              </a:outerShdw>
            </a:effectLst>
          </p:grpSpPr>
          <p:sp>
            <p:nvSpPr>
              <p:cNvPr id="33" name="Rounded Rectangle 32"/>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sp>
            <p:nvSpPr>
              <p:cNvPr id="34" name="Delay 3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sp>
            <p:nvSpPr>
              <p:cNvPr id="35" name="Delay 34"/>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grpSp>
        <p:sp>
          <p:nvSpPr>
            <p:cNvPr id="36" name="Oval 35"/>
            <p:cNvSpPr/>
            <p:nvPr/>
          </p:nvSpPr>
          <p:spPr>
            <a:xfrm>
              <a:off x="14921616" y="1266917"/>
              <a:ext cx="304681" cy="30468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grpSp>
      <p:sp>
        <p:nvSpPr>
          <p:cNvPr id="6" name="Text Placeholder 5"/>
          <p:cNvSpPr>
            <a:spLocks noGrp="1"/>
          </p:cNvSpPr>
          <p:nvPr>
            <p:ph type="body" sz="quarter" idx="25"/>
          </p:nvPr>
        </p:nvSpPr>
        <p:spPr>
          <a:xfrm>
            <a:off x="786446" y="448372"/>
            <a:ext cx="6968167" cy="523220"/>
          </a:xfrm>
        </p:spPr>
        <p:txBody>
          <a:bodyPr/>
          <a:lstStyle/>
          <a:p>
            <a:r>
              <a:rPr lang="en-US" sz="2800" dirty="0"/>
              <a:t>缺陷组件 - 评分</a:t>
            </a:r>
            <a:endParaRPr lang="en-US" sz="2800" dirty="0"/>
          </a:p>
        </p:txBody>
      </p:sp>
      <p:graphicFrame>
        <p:nvGraphicFramePr>
          <p:cNvPr id="11" name="Table 10"/>
          <p:cNvGraphicFramePr>
            <a:graphicFrameLocks noGrp="1"/>
          </p:cNvGraphicFramePr>
          <p:nvPr/>
        </p:nvGraphicFramePr>
        <p:xfrm>
          <a:off x="4667250" y="3439319"/>
          <a:ext cx="2857500" cy="1123950"/>
        </p:xfrm>
        <a:graphic>
          <a:graphicData uri="http://schemas.openxmlformats.org/drawingml/2006/table">
            <a:tbl>
              <a:tblPr/>
              <a:tblGrid>
                <a:gridCol w="2857500"/>
              </a:tblGrid>
              <a:tr h="1123950">
                <a:tc>
                  <a:txBody>
                    <a:bodyPr/>
                    <a:lstStyle/>
                    <a:p>
                      <a:pPr>
                        <a:buNone/>
                      </a:pPr>
                      <a:endParaRPr lang="en-US">
                        <a:effectLst/>
                      </a:endParaRPr>
                    </a:p>
                  </a:txBody>
                  <a:tcPr anchor="ctr">
                    <a:lnL>
                      <a:noFill/>
                    </a:lnL>
                    <a:lnR>
                      <a:noFill/>
                    </a:lnR>
                    <a:lnT>
                      <a:noFill/>
                    </a:lnT>
                    <a:lnB>
                      <a:noFill/>
                    </a:lnB>
                    <a:noFill/>
                  </a:tcPr>
                </a:tc>
              </a:tr>
            </a:tbl>
          </a:graphicData>
        </a:graphic>
      </p:graphicFrame>
      <p:sp>
        <p:nvSpPr>
          <p:cNvPr id="13" name="Rectangle 3"/>
          <p:cNvSpPr>
            <a:spLocks noChangeArrowheads="1"/>
          </p:cNvSpPr>
          <p:nvPr/>
        </p:nvSpPr>
        <p:spPr bwMode="auto">
          <a:xfrm>
            <a:off x="-36807991" y="1731060"/>
            <a:ext cx="901769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a:ln>
                  <a:noFill/>
                </a:ln>
                <a:solidFill>
                  <a:schemeClr val="tx1"/>
                </a:solidFill>
                <a:effectLst/>
                <a:latin typeface="Arial" panose="020B0604020202020204" pitchFamily="34" charset="0"/>
              </a:rPr>
              <a:t>标题质量（25%）</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Box 14"/>
          <p:cNvSpPr txBox="1"/>
          <p:nvPr/>
        </p:nvSpPr>
        <p:spPr>
          <a:xfrm>
            <a:off x="874936" y="4882746"/>
            <a:ext cx="10235516"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b="1" u="sng" dirty="0"/>
              <a:t>结构化属性（30%）</a:t>
            </a:r>
            <a:endParaRPr lang="en-US" b="1" u="sng" dirty="0"/>
          </a:p>
          <a:p>
            <a:endParaRPr lang="en-US" dirty="0"/>
          </a:p>
          <a:p>
            <a:pPr marL="285750" indent="-285750">
              <a:buFont typeface="Arial" panose="020B0604020202020204" pitchFamily="34" charset="0"/>
              <a:buChar char="•"/>
            </a:pPr>
            <a:r>
              <a:rPr lang="en-US" dirty="0"/>
              <a:t>评估指标涵盖产品概述（前6项RAI属性）及深度可视化组件（Band A与B属性）</a:t>
            </a:r>
            <a:endParaRPr lang="en-US" dirty="0"/>
          </a:p>
          <a:p>
            <a:pPr marL="285750" indent="-285750">
              <a:buFont typeface="Arial" panose="020B0604020202020204" pitchFamily="34" charset="0"/>
              <a:buChar char="•"/>
            </a:pPr>
            <a:r>
              <a:rPr lang="en-US" dirty="0"/>
              <a:t>评分 = 完整且正确属性的权重总和</a:t>
            </a:r>
            <a:endParaRPr lang="en-US" dirty="0"/>
          </a:p>
          <a:p>
            <a:endParaRPr lang="en-US" dirty="0"/>
          </a:p>
        </p:txBody>
      </p:sp>
      <p:sp>
        <p:nvSpPr>
          <p:cNvPr id="5" name="Rectangle 4"/>
          <p:cNvSpPr/>
          <p:nvPr/>
        </p:nvSpPr>
        <p:spPr>
          <a:xfrm>
            <a:off x="874936" y="971592"/>
            <a:ext cx="10373072" cy="3742451"/>
          </a:xfrm>
          <a:prstGeom prst="rect">
            <a:avLst/>
          </a:prstGeom>
          <a:solidFill>
            <a:srgbClr val="92D05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标题质量（25%）</a:t>
            </a:r>
            <a:endParaRPr lang="en-US" b="1" u="sng" dirty="0">
              <a:solidFill>
                <a:schemeClr val="tx1"/>
              </a:solidFill>
            </a:endParaRPr>
          </a:p>
          <a:p>
            <a:r>
              <a:rPr lang="en-US" sz="1200" dirty="0">
                <a:solidFill>
                  <a:schemeClr val="tx1"/>
                </a:solidFill>
              </a:rPr>
              <a:t>我们采用 TQS 逻辑进行标题质量评估。在CDQv3指标体系中，标题评估维度包括完整性、准确性、篇幅、大小写规范、关键词标注、关键词冗余度及内容限制性。根据以下标准，标题质量按A-C等级进行评分，并附相应分数。</a:t>
            </a:r>
            <a:endParaRPr lang="en-US" sz="1200" dirty="0">
              <a:solidFill>
                <a:schemeClr val="tx1"/>
              </a:solidFill>
            </a:endParaRPr>
          </a:p>
          <a:p>
            <a:endParaRPr lang="en-US" sz="1200" dirty="0">
              <a:solidFill>
                <a:schemeClr val="tx1"/>
              </a:solidFill>
            </a:endParaRPr>
          </a:p>
          <a:p>
            <a:r>
              <a:rPr lang="en-US" sz="1200" b="1" dirty="0">
                <a:solidFill>
                  <a:schemeClr val="tx1"/>
                </a:solidFill>
              </a:rPr>
              <a:t>A级 - 代表高质量标题。（CDQ 标题质量评分=100%）</a:t>
            </a:r>
            <a:endParaRPr lang="en-US" sz="1200" b="1" dirty="0">
              <a:solidFill>
                <a:schemeClr val="tx1"/>
              </a:solidFill>
            </a:endParaRPr>
          </a:p>
          <a:p>
            <a:r>
              <a:rPr lang="en-US" sz="1200" dirty="0">
                <a:solidFill>
                  <a:schemeClr val="tx1"/>
                </a:solidFill>
              </a:rPr>
              <a:t>• 标题完整性评分≥0.6（标题中标注3个及以上属性）且</a:t>
            </a:r>
            <a:endParaRPr lang="en-US" sz="1200" dirty="0">
              <a:solidFill>
                <a:schemeClr val="tx1"/>
              </a:solidFill>
            </a:endParaRPr>
          </a:p>
          <a:p>
            <a:r>
              <a:rPr lang="en-US" sz="1200" dirty="0">
                <a:solidFill>
                  <a:schemeClr val="tx1"/>
                </a:solidFill>
              </a:rPr>
              <a:t>• 标题冗余度评分 = 1（无冗余）且</a:t>
            </a:r>
            <a:endParaRPr lang="en-US" sz="1200" dirty="0">
              <a:solidFill>
                <a:schemeClr val="tx1"/>
              </a:solidFill>
            </a:endParaRPr>
          </a:p>
          <a:p>
            <a:r>
              <a:rPr lang="en-US" sz="1200" dirty="0">
                <a:solidFill>
                  <a:schemeClr val="tx1"/>
                </a:solidFill>
              </a:rPr>
              <a:t>• 标题长度 &lt;=200 且</a:t>
            </a:r>
            <a:endParaRPr lang="en-US" sz="1200" dirty="0">
              <a:solidFill>
                <a:schemeClr val="tx1"/>
              </a:solidFill>
            </a:endParaRPr>
          </a:p>
          <a:p>
            <a:r>
              <a:rPr lang="en-US" sz="1200" dirty="0">
                <a:solidFill>
                  <a:schemeClr val="tx1"/>
                </a:solidFill>
              </a:rPr>
              <a:t>• 管套评分 &gt; O 且</a:t>
            </a:r>
            <a:endParaRPr lang="en-US" sz="1200" dirty="0">
              <a:solidFill>
                <a:schemeClr val="tx1"/>
              </a:solidFill>
            </a:endParaRPr>
          </a:p>
          <a:p>
            <a:r>
              <a:rPr lang="en-US" sz="1200" dirty="0">
                <a:solidFill>
                  <a:schemeClr val="tx1"/>
                </a:solidFill>
              </a:rPr>
              <a:t>• 特殊字符评分 = 1（无不可读字符）且</a:t>
            </a:r>
            <a:endParaRPr lang="en-US" sz="1200" dirty="0">
              <a:solidFill>
                <a:schemeClr val="tx1"/>
              </a:solidFill>
            </a:endParaRPr>
          </a:p>
          <a:p>
            <a:r>
              <a:rPr lang="en-US" sz="1200" dirty="0">
                <a:solidFill>
                  <a:schemeClr val="tx1"/>
                </a:solidFill>
              </a:rPr>
              <a:t>• 限制性短语评分 = 1（无限制性短语）</a:t>
            </a:r>
            <a:endParaRPr lang="en-US" sz="1200" dirty="0">
              <a:solidFill>
                <a:schemeClr val="tx1"/>
              </a:solidFill>
            </a:endParaRPr>
          </a:p>
          <a:p>
            <a:endParaRPr lang="en-US" sz="1200" dirty="0">
              <a:solidFill>
                <a:schemeClr val="tx1"/>
              </a:solidFill>
            </a:endParaRPr>
          </a:p>
          <a:p>
            <a:r>
              <a:rPr lang="en-US" sz="1200" b="1" dirty="0">
                <a:solidFill>
                  <a:schemeClr val="tx1"/>
                </a:solidFill>
              </a:rPr>
              <a:t>B级——未违反政策规定，但在上述至少一个维度（CDQ 标题质量评分≥50%）未达到高质量标准</a:t>
            </a:r>
            <a:endParaRPr lang="en-US" sz="1200" b="1" dirty="0">
              <a:solidFill>
                <a:schemeClr val="tx1"/>
              </a:solidFill>
            </a:endParaRPr>
          </a:p>
          <a:p>
            <a:endParaRPr lang="en-US" sz="1200" dirty="0">
              <a:solidFill>
                <a:schemeClr val="tx1"/>
              </a:solidFill>
            </a:endParaRPr>
          </a:p>
          <a:p>
            <a:r>
              <a:rPr lang="en-US" sz="1200" b="1" dirty="0">
                <a:solidFill>
                  <a:schemeClr val="tx1"/>
                </a:solidFill>
              </a:rPr>
              <a:t>C级 - 违规标题（商品ASIN存在违规行为， CDQ 标题质量评分为0%，CDQv3等级为U级，CDQv3评分值为N/A）</a:t>
            </a:r>
            <a:endParaRPr lang="en-US" sz="1200" b="1" dirty="0">
              <a:solidFill>
                <a:schemeClr val="tx1"/>
              </a:solidFill>
            </a:endParaRPr>
          </a:p>
          <a:p>
            <a:r>
              <a:rPr lang="en-US" sz="1200" dirty="0">
                <a:solidFill>
                  <a:schemeClr val="tx1"/>
                </a:solidFill>
              </a:rPr>
              <a:t>• 标题完整性评分 &lt; 0.4（标题中标记的属性少于2个）或</a:t>
            </a:r>
            <a:endParaRPr lang="en-US" sz="1200" dirty="0">
              <a:solidFill>
                <a:schemeClr val="tx1"/>
              </a:solidFill>
            </a:endParaRPr>
          </a:p>
          <a:p>
            <a:r>
              <a:rPr lang="en-US" sz="1200" dirty="0">
                <a:solidFill>
                  <a:schemeClr val="tx1"/>
                </a:solidFill>
              </a:rPr>
              <a:t>• 标题冗余度评分 &lt;= 0.6（标题中同一语境下使用超过2个重复词汇/短语）或</a:t>
            </a:r>
            <a:endParaRPr lang="en-US" sz="1200" dirty="0">
              <a:solidFill>
                <a:schemeClr val="tx1"/>
              </a:solidFill>
            </a:endParaRPr>
          </a:p>
          <a:p>
            <a:r>
              <a:rPr lang="en-US" sz="1200" dirty="0">
                <a:solidFill>
                  <a:schemeClr val="tx1"/>
                </a:solidFill>
              </a:rPr>
              <a:t>• 标题长度 &gt; 200 或</a:t>
            </a:r>
            <a:endParaRPr lang="en-US" sz="1200" dirty="0">
              <a:solidFill>
                <a:schemeClr val="tx1"/>
              </a:solidFill>
            </a:endParaRPr>
          </a:p>
          <a:p>
            <a:r>
              <a:rPr lang="en-US" sz="1200" dirty="0">
                <a:solidFill>
                  <a:schemeClr val="tx1"/>
                </a:solidFill>
              </a:rPr>
              <a:t>受限短语阈值 &lt; 1（存在受限短语）</a:t>
            </a:r>
            <a:endParaRPr lang="en-US" sz="1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459837" y="633823"/>
            <a:ext cx="4728989" cy="152321"/>
            <a:chOff x="14921615" y="1266917"/>
            <a:chExt cx="9459210" cy="304681"/>
          </a:xfrm>
        </p:grpSpPr>
        <p:cxnSp>
          <p:nvCxnSpPr>
            <p:cNvPr id="31" name="Straight Connector 30"/>
            <p:cNvCxnSpPr>
              <a:endCxn id="36" idx="2"/>
            </p:cNvCxnSpPr>
            <p:nvPr/>
          </p:nvCxnSpPr>
          <p:spPr>
            <a:xfrm flipH="1">
              <a:off x="14921615" y="1419256"/>
              <a:ext cx="9459210" cy="0"/>
            </a:xfrm>
            <a:prstGeom prst="line">
              <a:avLst/>
            </a:prstGeom>
            <a:ln>
              <a:solidFill>
                <a:srgbClr val="B5B5B5">
                  <a:alpha val="50000"/>
                </a:srgb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16303366" y="1266917"/>
              <a:ext cx="3203726" cy="304681"/>
              <a:chOff x="4198708" y="2032307"/>
              <a:chExt cx="3204978" cy="304800"/>
            </a:xfrm>
            <a:solidFill>
              <a:srgbClr val="232F3E"/>
            </a:solidFill>
            <a:effectLst>
              <a:outerShdw blurRad="671413" dist="366117" dir="2400000" sx="99000" sy="99000" algn="t" rotWithShape="0">
                <a:prstClr val="black">
                  <a:alpha val="26000"/>
                </a:prstClr>
              </a:outerShdw>
            </a:effectLst>
          </p:grpSpPr>
          <p:sp>
            <p:nvSpPr>
              <p:cNvPr id="33" name="Rounded Rectangle 32"/>
              <p:cNvSpPr/>
              <p:nvPr userDrawn="1"/>
            </p:nvSpPr>
            <p:spPr>
              <a:xfrm>
                <a:off x="4351935" y="2032307"/>
                <a:ext cx="2816942" cy="304800"/>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sp>
            <p:nvSpPr>
              <p:cNvPr id="34" name="Delay 33"/>
              <p:cNvSpPr/>
              <p:nvPr userDrawn="1"/>
            </p:nvSpPr>
            <p:spPr>
              <a:xfrm>
                <a:off x="7098893"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sp>
            <p:nvSpPr>
              <p:cNvPr id="35" name="Delay 34"/>
              <p:cNvSpPr/>
              <p:nvPr userDrawn="1"/>
            </p:nvSpPr>
            <p:spPr>
              <a:xfrm rot="10800000">
                <a:off x="4198708" y="2032307"/>
                <a:ext cx="304793" cy="304793"/>
              </a:xfrm>
              <a:prstGeom prst="flowChartDelay">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white"/>
                  </a:solidFill>
                  <a:effectLst/>
                  <a:uLnTx/>
                  <a:uFillTx/>
                  <a:latin typeface="Calibri" panose="020F0502020204030204"/>
                  <a:ea typeface="+mn-ea"/>
                  <a:cs typeface="+mn-cs"/>
                  <a:sym typeface="Helvetica Neue"/>
                </a:endParaRPr>
              </a:p>
            </p:txBody>
          </p:sp>
        </p:grpSp>
        <p:sp>
          <p:nvSpPr>
            <p:cNvPr id="36" name="Oval 35"/>
            <p:cNvSpPr/>
            <p:nvPr/>
          </p:nvSpPr>
          <p:spPr>
            <a:xfrm>
              <a:off x="14921616" y="1266917"/>
              <a:ext cx="304681" cy="304681"/>
            </a:xfrm>
            <a:prstGeom prst="ellipse">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0">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Calibri" panose="020F0502020204030204"/>
                <a:ea typeface="+mn-ea"/>
                <a:cs typeface="+mn-cs"/>
                <a:sym typeface="Helvetica Neue"/>
              </a:endParaRPr>
            </a:p>
          </p:txBody>
        </p:sp>
      </p:grpSp>
      <p:sp>
        <p:nvSpPr>
          <p:cNvPr id="6" name="Text Placeholder 5"/>
          <p:cNvSpPr>
            <a:spLocks noGrp="1"/>
          </p:cNvSpPr>
          <p:nvPr>
            <p:ph type="body" sz="quarter" idx="25"/>
          </p:nvPr>
        </p:nvSpPr>
        <p:spPr>
          <a:xfrm>
            <a:off x="453383" y="567897"/>
            <a:ext cx="6968167" cy="523220"/>
          </a:xfrm>
        </p:spPr>
        <p:txBody>
          <a:bodyPr/>
          <a:lstStyle/>
          <a:p>
            <a:r>
              <a:rPr lang="en-US" sz="2800" dirty="0"/>
              <a:t>缺陷组件——评分</a:t>
            </a:r>
            <a:endParaRPr lang="en-US" sz="2800" dirty="0"/>
          </a:p>
        </p:txBody>
      </p:sp>
      <p:sp>
        <p:nvSpPr>
          <p:cNvPr id="3" name="TextBox 2"/>
          <p:cNvSpPr txBox="1"/>
          <p:nvPr/>
        </p:nvSpPr>
        <p:spPr>
          <a:xfrm>
            <a:off x="453383" y="1510041"/>
            <a:ext cx="10662292" cy="175432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b="1" u="sng" dirty="0"/>
              <a:t>变异质量（20%）</a:t>
            </a:r>
            <a:endParaRPr lang="en-US" b="1" u="sng" dirty="0"/>
          </a:p>
          <a:p>
            <a:endParaRPr lang="en-US" dirty="0"/>
          </a:p>
          <a:p>
            <a:r>
              <a:rPr lang="en-US" dirty="0"/>
              <a:t>🔴 严重缺陷——需立即采取行动：</a:t>
            </a:r>
            <a:endParaRPr lang="en-US" dirty="0"/>
          </a:p>
          <a:p>
            <a:r>
              <a:rPr lang="en-US" dirty="0"/>
              <a:t>错误属性值 · 单位制混用 · 变体信息冗余 · 本地化错误 · 子项重复</a:t>
            </a:r>
            <a:endParaRPr lang="en-US" dirty="0"/>
          </a:p>
          <a:p>
            <a:r>
              <a:rPr lang="en-US" dirty="0"/>
              <a:t>🟡 非严重缺陷——随时间推移改善：</a:t>
            </a:r>
            <a:endParaRPr lang="en-US" dirty="0"/>
          </a:p>
          <a:p>
            <a:r>
              <a:rPr lang="en-US" dirty="0"/>
              <a:t>未标准化值 · 格式不匹配 · 变异主题错误</a:t>
            </a:r>
            <a:endParaRPr lang="en-US" dirty="0"/>
          </a:p>
        </p:txBody>
      </p:sp>
      <p:sp>
        <p:nvSpPr>
          <p:cNvPr id="4" name="TextBox 3"/>
          <p:cNvSpPr txBox="1"/>
          <p:nvPr/>
        </p:nvSpPr>
        <p:spPr>
          <a:xfrm>
            <a:off x="453383" y="3613665"/>
            <a:ext cx="10662292" cy="92202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b="1" u="sng" dirty="0"/>
              <a:t>描述性总结（5%）</a:t>
            </a:r>
            <a:endParaRPr lang="en-US" u="sng" dirty="0"/>
          </a:p>
          <a:p>
            <a:endParaRPr lang="en-US" dirty="0"/>
          </a:p>
          <a:p>
            <a:r>
              <a:rPr lang="en-US" dirty="0"/>
              <a:t>≥3个bullet → 100% · ≥1个</a:t>
            </a:r>
            <a:r>
              <a:rPr lang="en-US" dirty="0">
                <a:sym typeface="+mn-ea"/>
              </a:rPr>
              <a:t>bullet</a:t>
            </a:r>
            <a:r>
              <a:rPr lang="en-US" dirty="0"/>
              <a:t> → 50% · 无</a:t>
            </a:r>
            <a:r>
              <a:rPr lang="en-US" dirty="0">
                <a:sym typeface="+mn-ea"/>
              </a:rPr>
              <a:t>bullet</a:t>
            </a:r>
            <a:r>
              <a:rPr lang="en-US" dirty="0"/>
              <a:t> → 0%</a:t>
            </a:r>
            <a:endParaRPr lang="en-US" dirty="0"/>
          </a:p>
        </p:txBody>
      </p:sp>
      <p:sp>
        <p:nvSpPr>
          <p:cNvPr id="5" name="TextBox 4"/>
          <p:cNvSpPr txBox="1"/>
          <p:nvPr/>
        </p:nvSpPr>
        <p:spPr>
          <a:xfrm>
            <a:off x="453383" y="4886294"/>
            <a:ext cx="10662292" cy="92333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b="1" u="sng" dirty="0"/>
              <a:t>A+内容（5%）</a:t>
            </a:r>
            <a:endParaRPr lang="en-US" u="sng" dirty="0"/>
          </a:p>
          <a:p>
            <a:endParaRPr lang="en-US" dirty="0"/>
          </a:p>
          <a:p>
            <a:r>
              <a:rPr lang="en-US" dirty="0"/>
              <a:t>存在 → 100% · 不存在 → 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ldLvl="0" animBg="1"/>
      <p:bldP spid="5" grpId="0" animBg="1"/>
    </p:bldLst>
  </p:timing>
</p:sld>
</file>

<file path=ppt/theme/theme1.xml><?xml version="1.0" encoding="utf-8"?>
<a:theme xmlns:a="http://schemas.openxmlformats.org/drawingml/2006/main" name="CONTENT - EMPTY &amp; TEXT ONLY">
  <a:themeElements>
    <a:clrScheme name="Custom 2">
      <a:dk1>
        <a:srgbClr val="232F3F"/>
      </a:dk1>
      <a:lt1>
        <a:srgbClr val="FFFFFF"/>
      </a:lt1>
      <a:dk2>
        <a:srgbClr val="808285"/>
      </a:dk2>
      <a:lt2>
        <a:srgbClr val="FF5900"/>
      </a:lt2>
      <a:accent1>
        <a:srgbClr val="009596"/>
      </a:accent1>
      <a:accent2>
        <a:srgbClr val="3446C5"/>
      </a:accent2>
      <a:accent3>
        <a:srgbClr val="BB2CAC"/>
      </a:accent3>
      <a:accent4>
        <a:srgbClr val="00A1E5"/>
      </a:accent4>
      <a:accent5>
        <a:srgbClr val="FF71B5"/>
      </a:accent5>
      <a:accent6>
        <a:srgbClr val="FFFFFF"/>
      </a:accent6>
      <a:hlink>
        <a:srgbClr val="232F3F"/>
      </a:hlink>
      <a:folHlink>
        <a:srgbClr val="808285"/>
      </a:folHlink>
    </a:clrScheme>
    <a:fontScheme name="Amazon">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75000"/>
          </a:schemeClr>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2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6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ontent">
  <a:themeElements>
    <a:clrScheme name="Text Colors Flat">
      <a:dk1>
        <a:srgbClr val="232F3F"/>
      </a:dk1>
      <a:lt1>
        <a:srgbClr val="FFFFFF"/>
      </a:lt1>
      <a:dk2>
        <a:srgbClr val="8290A3"/>
      </a:dk2>
      <a:lt2>
        <a:srgbClr val="FF5900"/>
      </a:lt2>
      <a:accent1>
        <a:srgbClr val="009596"/>
      </a:accent1>
      <a:accent2>
        <a:srgbClr val="3446C5"/>
      </a:accent2>
      <a:accent3>
        <a:srgbClr val="BB2CAC"/>
      </a:accent3>
      <a:accent4>
        <a:srgbClr val="00A1E5"/>
      </a:accent4>
      <a:accent5>
        <a:srgbClr val="5B9BD5"/>
      </a:accent5>
      <a:accent6>
        <a:srgbClr val="FF71B5"/>
      </a:accent6>
      <a:hlink>
        <a:srgbClr val="01BFCB"/>
      </a:hlink>
      <a:folHlink>
        <a:srgbClr val="FFB8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45000">
              <a:srgbClr val="009FBD"/>
            </a:gs>
            <a:gs pos="0">
              <a:srgbClr val="007494"/>
            </a:gs>
            <a:gs pos="99000">
              <a:srgbClr val="9AE7F0"/>
            </a:gs>
            <a:gs pos="75000">
              <a:srgbClr val="1BCCE3"/>
            </a:gs>
          </a:gsLst>
          <a:lin ang="15000000" scaled="0"/>
        </a:gradFill>
        <a:ln>
          <a:noFill/>
        </a:ln>
        <a:scene3d>
          <a:camera prst="orthographicFront"/>
          <a:lightRig rig="threePt" dir="t"/>
        </a:scene3d>
        <a:sp3d>
          <a:bevelT w="0" h="114300" prst="relaxedInset"/>
        </a:sp3d>
      </a:spPr>
      <a:bodyPr vert="vert270" rtlCol="0" anchor="ctr"/>
      <a:lstStyle>
        <a:defPPr algn="ctr" defTabSz="2438400" hangingPunct="0">
          <a:defRPr sz="2600" b="1" kern="0" dirty="0">
            <a:solidFill>
              <a:prstClr val="white"/>
            </a:solidFill>
            <a:latin typeface="Amazon Ember Display" panose="020F0603020204020204" pitchFamily="34" charset="0"/>
            <a:ea typeface="Amazon Ember Display" panose="020F0603020204020204" pitchFamily="34" charset="0"/>
            <a:cs typeface="Amazon Ember Display" panose="020F0603020204020204" pitchFamily="34" charset="0"/>
            <a:sym typeface="Helvetica Neue"/>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ABLES AND CHARTS">
  <a:themeElements>
    <a:clrScheme name="BRAND EVO MASTER">
      <a:dk1>
        <a:srgbClr val="232F3F"/>
      </a:dk1>
      <a:lt1>
        <a:srgbClr val="FFFFFF"/>
      </a:lt1>
      <a:dk2>
        <a:srgbClr val="696B6E"/>
      </a:dk2>
      <a:lt2>
        <a:srgbClr val="FF5900"/>
      </a:lt2>
      <a:accent1>
        <a:srgbClr val="009596"/>
      </a:accent1>
      <a:accent2>
        <a:srgbClr val="3446C5"/>
      </a:accent2>
      <a:accent3>
        <a:srgbClr val="BB2CAC"/>
      </a:accent3>
      <a:accent4>
        <a:srgbClr val="00A1E5"/>
      </a:accent4>
      <a:accent5>
        <a:srgbClr val="FF71B5"/>
      </a:accent5>
      <a:accent6>
        <a:srgbClr val="FFFFFF"/>
      </a:accent6>
      <a:hlink>
        <a:srgbClr val="232F3F"/>
      </a:hlink>
      <a:folHlink>
        <a:srgbClr val="808285"/>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ONTENT - EMPTY &amp; TEXT ONLY">
  <a:themeElements>
    <a:clrScheme name="BRAND EVO MASTER">
      <a:dk1>
        <a:srgbClr val="232F3F"/>
      </a:dk1>
      <a:lt1>
        <a:srgbClr val="FFFFFF"/>
      </a:lt1>
      <a:dk2>
        <a:srgbClr val="696B6E"/>
      </a:dk2>
      <a:lt2>
        <a:srgbClr val="FF5900"/>
      </a:lt2>
      <a:accent1>
        <a:srgbClr val="009596"/>
      </a:accent1>
      <a:accent2>
        <a:srgbClr val="3446C5"/>
      </a:accent2>
      <a:accent3>
        <a:srgbClr val="BB2CAC"/>
      </a:accent3>
      <a:accent4>
        <a:srgbClr val="00A1E5"/>
      </a:accent4>
      <a:accent5>
        <a:srgbClr val="FF71B5"/>
      </a:accent5>
      <a:accent6>
        <a:srgbClr val="FFFFFF"/>
      </a:accent6>
      <a:hlink>
        <a:srgbClr val="232F3F"/>
      </a:hlink>
      <a:folHlink>
        <a:srgbClr val="808285"/>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80000">
              <a:srgbClr val="FF80B2"/>
            </a:gs>
            <a:gs pos="60000">
              <a:srgbClr val="FF739A"/>
            </a:gs>
            <a:gs pos="41000">
              <a:srgbClr val="FF6682"/>
            </a:gs>
            <a:gs pos="20000">
              <a:srgbClr val="FF586A"/>
            </a:gs>
            <a:gs pos="0">
              <a:srgbClr val="FC4853"/>
            </a:gs>
            <a:gs pos="100000">
              <a:srgbClr val="FF8DCB"/>
            </a:gs>
          </a:gsLst>
          <a:lin ang="15000000" scaled="0"/>
        </a:gradFill>
        <a:ln>
          <a:noFill/>
        </a:ln>
        <a:scene3d>
          <a:camera prst="orthographicFront"/>
          <a:lightRig rig="threePt" dir="t"/>
        </a:scene3d>
        <a:sp3d>
          <a:bevelT w="0" h="114300" prst="relaxedInset"/>
        </a:sp3d>
      </a:spPr>
      <a:bodyPr rtlCol="0" anchor="ctr"/>
      <a:lstStyle>
        <a:defPPr algn="ctr">
          <a:defRPr sz="4000" b="1" dirty="0">
            <a:latin typeface="Amazon Ember Display" panose="020F0603020204020204" pitchFamily="34" charset="0"/>
            <a:ea typeface="Amazon Ember Display" panose="020F0603020204020204" pitchFamily="34" charset="0"/>
            <a:cs typeface="Amazon Ember Display" panose="020F0603020204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TITLES">
  <a:themeElements>
    <a:clrScheme name="BRAND EVO MASTER">
      <a:dk1>
        <a:srgbClr val="232F3F"/>
      </a:dk1>
      <a:lt1>
        <a:srgbClr val="FFFFFF"/>
      </a:lt1>
      <a:dk2>
        <a:srgbClr val="696B6E"/>
      </a:dk2>
      <a:lt2>
        <a:srgbClr val="FF5900"/>
      </a:lt2>
      <a:accent1>
        <a:srgbClr val="009596"/>
      </a:accent1>
      <a:accent2>
        <a:srgbClr val="3446C5"/>
      </a:accent2>
      <a:accent3>
        <a:srgbClr val="BB2CAC"/>
      </a:accent3>
      <a:accent4>
        <a:srgbClr val="00A1E5"/>
      </a:accent4>
      <a:accent5>
        <a:srgbClr val="FF71B5"/>
      </a:accent5>
      <a:accent6>
        <a:srgbClr val="FFFFFF"/>
      </a:accent6>
      <a:hlink>
        <a:srgbClr val="232F3F"/>
      </a:hlink>
      <a:folHlink>
        <a:srgbClr val="808285"/>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DF8D1EE7B92747AC3B08E26249A90F" ma:contentTypeVersion="1" ma:contentTypeDescription="Create a new document." ma:contentTypeScope="" ma:versionID="727bea38dc537b8bc43599817439e3b8">
  <xsd:schema xmlns:xsd="http://www.w3.org/2001/XMLSchema" xmlns:xs="http://www.w3.org/2001/XMLSchema" xmlns:p="http://schemas.microsoft.com/office/2006/metadata/properties" xmlns:ns2="b4e7ced1-6a64-4e02-85ba-68f5232b386b" targetNamespace="http://schemas.microsoft.com/office/2006/metadata/properties" ma:root="true" ma:fieldsID="0c7d3011755c91af6275301112ea57ee" ns2:_="">
    <xsd:import namespace="b4e7ced1-6a64-4e02-85ba-68f5232b386b"/>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e7ced1-6a64-4e02-85ba-68f5232b386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99E3B1-F125-4A4F-B183-9160448C9251}">
  <ds:schemaRefs/>
</ds:datastoreItem>
</file>

<file path=customXml/itemProps2.xml><?xml version="1.0" encoding="utf-8"?>
<ds:datastoreItem xmlns:ds="http://schemas.openxmlformats.org/officeDocument/2006/customXml" ds:itemID="{A12C8791-F412-41A9-8A3A-1090FFB7A674}">
  <ds:schemaRefs/>
</ds:datastoreItem>
</file>

<file path=customXml/itemProps3.xml><?xml version="1.0" encoding="utf-8"?>
<ds:datastoreItem xmlns:ds="http://schemas.openxmlformats.org/officeDocument/2006/customXml" ds:itemID="{DA0B71DC-4AFB-4458-B8FE-6C4B0E06B5C9}">
  <ds:schemaRefs/>
</ds:datastoreItem>
</file>

<file path=docProps/app.xml><?xml version="1.0" encoding="utf-8"?>
<Properties xmlns="http://schemas.openxmlformats.org/officeDocument/2006/extended-properties" xmlns:vt="http://schemas.openxmlformats.org/officeDocument/2006/docPropsVTypes">
  <TotalTime>0</TotalTime>
  <Words>1372</Words>
  <Application>WPS 演示</Application>
  <PresentationFormat>Widescreen</PresentationFormat>
  <Paragraphs>161</Paragraphs>
  <Slides>5</Slides>
  <Notes>5</Notes>
  <HiddenSlides>0</HiddenSlides>
  <MMClips>0</MMClips>
  <ScaleCrop>false</ScaleCrop>
  <HeadingPairs>
    <vt:vector size="6" baseType="variant">
      <vt:variant>
        <vt:lpstr>已用的字体</vt:lpstr>
      </vt:variant>
      <vt:variant>
        <vt:i4>16</vt:i4>
      </vt:variant>
      <vt:variant>
        <vt:lpstr>主题</vt:lpstr>
      </vt:variant>
      <vt:variant>
        <vt:i4>6</vt:i4>
      </vt:variant>
      <vt:variant>
        <vt:lpstr>幻灯片标题</vt:lpstr>
      </vt:variant>
      <vt:variant>
        <vt:i4>5</vt:i4>
      </vt:variant>
    </vt:vector>
  </HeadingPairs>
  <TitlesOfParts>
    <vt:vector size="27" baseType="lpstr">
      <vt:lpstr>Arial</vt:lpstr>
      <vt:lpstr>宋体</vt:lpstr>
      <vt:lpstr>Wingdings</vt:lpstr>
      <vt:lpstr>Amazon Ember Display</vt:lpstr>
      <vt:lpstr>Segoe Print</vt:lpstr>
      <vt:lpstr>Amazon Ember</vt:lpstr>
      <vt:lpstr>Amazon Ember Display</vt:lpstr>
      <vt:lpstr>Helvetica Neue</vt:lpstr>
      <vt:lpstr>Calibri</vt:lpstr>
      <vt:lpstr>Amazon Ember</vt:lpstr>
      <vt:lpstr>Arial</vt:lpstr>
      <vt:lpstr>黑体</vt:lpstr>
      <vt:lpstr>微软雅黑</vt:lpstr>
      <vt:lpstr>Arial Unicode MS</vt:lpstr>
      <vt:lpstr>等线</vt:lpstr>
      <vt:lpstr>Calibri Light</vt:lpstr>
      <vt:lpstr>CONTENT - EMPTY &amp; TEXT ONLY</vt:lpstr>
      <vt:lpstr>1_Content</vt:lpstr>
      <vt:lpstr>TABLES AND CHARTS</vt:lpstr>
      <vt:lpstr>1_CONTENT - EMPTY &amp; TEXT ONLY</vt:lpstr>
      <vt:lpstr>1_TITLES</vt:lpstr>
      <vt:lpstr>1_Office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Bigas Fernandez, Claudia</dc:creator>
  <cp:lastModifiedBy>孤独不苦1416034621</cp:lastModifiedBy>
  <cp:revision>193</cp:revision>
  <dcterms:created xsi:type="dcterms:W3CDTF">2023-02-27T10:28:00Z</dcterms:created>
  <dcterms:modified xsi:type="dcterms:W3CDTF">2026-07-01T07:22:00Z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2025-04-30T11:51:15Z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5b4ff74c-925a-42f2-b24f-71d0d67949fa</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y fmtid="{D5CDD505-2E9C-101B-9397-08002B2CF9AE}" pid="10" name="ContentTypeId">
    <vt:lpwstr>0x0101002DDF8D1EE7B92747AC3B08E26249A90F</vt:lpwstr>
  </property>
  <property fmtid="{D5CDD505-2E9C-101B-9397-08002B2CF9AE}" pid="11" name="KSOProductBuildVer">
    <vt:lpwstr>2052-12.1.0.26895</vt:lpwstr>
  </property>
  <property fmtid="{D5CDD505-2E9C-101B-9397-08002B2CF9AE}" pid="12" name="ICV">
    <vt:lpwstr>035CAA69BA5744B0A06748CFD3BC8A5E_13</vt:lpwstr>
  </property>
</Properties>
</file>