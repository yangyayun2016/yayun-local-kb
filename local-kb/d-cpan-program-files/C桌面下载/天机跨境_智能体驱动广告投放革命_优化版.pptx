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3" Type="http://schemas.openxmlformats.org/officeDocument/2006/relationships/tableStyles" Target="tableStyles.xml"/><Relationship Id="rId62" Type="http://schemas.openxmlformats.org/officeDocument/2006/relationships/viewProps" Target="viewProps.xml"/><Relationship Id="rId61" Type="http://schemas.openxmlformats.org/officeDocument/2006/relationships/presProps" Target="presProps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7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8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9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0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1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2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3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4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5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6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ACC15">
              <a:alpha val="95000"/>
            </a:srgbClr>
          </a:solidFill>
          <a:ln w="12700">
            <a:solidFill>
              <a:srgbClr val="FACC1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01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CC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全局框架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FACC1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P01｜天机跨境阳亚运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CC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方法论主线：从词库、广告结构、优化动作到 Skill 沉淀。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新增定位：把“人做经验判断”升级为“智能体批量辅助决策”。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 lnSpcReduction="20000"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讲解目标：让团队听完能直接复制一套SOP</a:t>
            </a:r>
            <a:r>
              <a:rPr lang="zh-CN" alt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</a:t>
            </a: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闭环。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智能体驱动亚马逊新革命从搭建到全链路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FACC15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0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4559"/>
            <a:ext cx="5806440" cy="326612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ACC15">
              <a:alpha val="95000"/>
            </a:srgbClr>
          </a:solidFill>
          <a:ln w="12700">
            <a:solidFill>
              <a:srgbClr val="FACC1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02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CC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全局框架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FACC1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P02｜活动海报：实战闭门沙龙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CC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活动定位：跨境 + AI 实战闭门沙龙，强调运营、选品、VOC 与视觉落地。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新增表达：突出“方法沉淀 + 经验交流 + 工具化复制”。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建议用途：作为开场海报页，统一替换为本套深色科技风。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FACC15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0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5592"/>
            <a:ext cx="5806440" cy="326405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ACC15">
              <a:alpha val="95000"/>
            </a:srgbClr>
          </a:solidFill>
          <a:ln w="12700">
            <a:solidFill>
              <a:srgbClr val="FACC1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03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CC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全局框架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FACC15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P03｜目录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CC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四段式叙事：词库搭建 → 广告搭建 → 广告优化 → Skill 搭建。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新增逻辑：每个模块都对应“输入、处理、输出、复盘”。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讲解节奏：先建数据资产，再建投放系统，最后沉淀为智能体能力。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AI词库搭建 / AI广告搭建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FACC15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0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4559"/>
            <a:ext cx="5806440" cy="326612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>
              <a:alpha val="9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04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AI+词库搭建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2DD4BF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P04｜PART ONE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模块目标：把关键词从“收集表”升级为“可决策资产”。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新增闭环：来源采集 → 清洗 → 打标 → 量化 → 广告结构。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团队收益：减少拍脑袋选词，提高广告搭建一致性。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AI+词库搭建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2DD4BF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0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4559"/>
            <a:ext cx="5806440" cy="326612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>
              <a:alpha val="9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05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AI+词库搭建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2DD4BF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P05｜关键词搭建流程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模块目标：把关键词从“收集表”升级为“可决策资产”。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新增闭环：来源采集 → 清洗 → 打标 → 量化 → 广告结构。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团队收益：减少拍脑袋选词，提高广告搭建一致性。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关键词来源：ABA,商机，SIF,精灵 / TOP20相似竞品所有关键词基于价格、功能、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2DD4BF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0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4685" y="2073275"/>
            <a:ext cx="5969635" cy="335851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>
              <a:alpha val="9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06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AI+词库搭建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2DD4BF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P06｜关键词来源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核心输入：ABA、商机、SIF、精灵与 TOP20 相似竞品关键词。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新增标准：按价格、功能、外观、使用场景筛选核心竞品。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输出要求：形成可清洗、可打标、可追踪的初始关键词池。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TOP20相似竞品所有关键词，基于价格、功能、外观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2DD4BF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0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4559"/>
            <a:ext cx="5806440" cy="326612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>
              <a:alpha val="9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07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AI+词库搭建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2DD4BF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P07｜关键词打标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标签体系：流量大小、相关性、成本、转化、词类、用户意图。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 lnSpcReduction="20000"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新增判断：弱/</a:t>
            </a:r>
            <a:r>
              <a:rPr lang="zh-CN" alt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</a:t>
            </a: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相关词进入否定池，强相关高转化词进入</a:t>
            </a:r>
            <a:r>
              <a:rPr lang="zh-CN" alt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流量</a:t>
            </a: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收割池。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输出要求：每个词都要有分类、优先级和下一步广告动作。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 流量大小：大词、中尾词、长尾词 / n 相关性：强相关、较为相关、弱相关、不相关（剔除、否定）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2DD4BF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0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697990"/>
            <a:ext cx="6670675" cy="375285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>
              <a:alpha val="9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08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AI+词库搭建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2DD4BF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P08｜关键词打标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标签体系：流量大小、相关性、成本、转化、词类、用户意图。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新增判断：弱相关词进入否定池，强相关高转化词进入收割池。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输出要求：每个词都要有分类、优先级和下一步广告动作。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2DD4BF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0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4559"/>
            <a:ext cx="5806440" cy="326612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>
              <a:alpha val="9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09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AI+词库搭建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2DD4BF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P09｜关键词全局量化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量化指标：关键词数、流量占比、CVR、竞价、CPA、转化成本。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新增视角：从“词多”变成“词的结构是否健康”。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输出要求：识别高流量高成本、高转化低成本、长尾机会三类词。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量化维度： </a:t>
            </a:r>
            <a:r>
              <a:rPr lang="zh-CN" alt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关键词</a:t>
            </a: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 流量大小、相关性、成本、转化、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2DD4BF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0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4559"/>
            <a:ext cx="5806440" cy="326612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>
              <a:alpha val="9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AI+词库搭建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2DD4BF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P10｜选词追踪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阶段策略：新品、发展、成熟三阶段使用不同选词规则。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新增矩阵：流量 × 相关性 × CVR × 成本决定投放优先级。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落地动作：新品平稳打法优先选长尾、强相关、高转化、低成本词。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阶段：新品、发展、成熟 / 打法：激进、平稳、保守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2DD4BF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4559"/>
            <a:ext cx="5806440" cy="326612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>
              <a:alpha val="9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11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P11｜PART TWO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模块目标：从词库自动推导广告架构。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新增闭环：输入预算/阶段/打法 → Skill 处理 → 输出广告模板。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010" y="3666490"/>
            <a:ext cx="3730625" cy="514985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团队收益：降低人工搭建广告的漏项和</a:t>
            </a:r>
            <a:r>
              <a:rPr lang="zh-CN" altLang="en-US" sz="160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优化逻辑</a:t>
            </a:r>
            <a:r>
              <a:rPr lang="en-US" sz="160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混乱。</a:t>
            </a:r>
            <a:endParaRPr lang="en-US" sz="1600" dirty="0">
              <a:solidFill>
                <a:srgbClr val="F8FAF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AI+广告搭建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1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4559"/>
            <a:ext cx="5806440" cy="326612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>
              <a:alpha val="9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12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P12｜广告搭建流程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搭建主线：目标搜索词、匹配方式、投放目标、预算分配、竞价设置。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新增标准：广告活动命名需包含 SKU、目标、匹配方式、阶段和打法。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输出要求：形成可批量创建、可追踪、可复盘的广告结构。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直接竞价 / 投放位置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1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4559"/>
            <a:ext cx="5806440" cy="326612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>
              <a:alpha val="9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13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P13｜广告搭建流程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搭建主线：目标搜索词、匹配方式、投放目标、预算分配、竞价设置。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新增标准：广告活动命名需包含 SKU、目标、匹配方式、阶段和打法。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输出要求：形成可批量创建、可追踪、可复盘的广告结构。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1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4559"/>
            <a:ext cx="5806440" cy="326612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>
              <a:alpha val="9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14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P14｜广告搭建流程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搭建主线：目标搜索词、匹配方式、投放目标、预算分配、竞价设置。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新增标准：广告活动命名需包含 SKU、目标、匹配方式、阶段和打法。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输出要求：形成可批量创建、可追踪、可复盘的广告结构。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1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365" y="1710690"/>
            <a:ext cx="7327265" cy="412178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>
              <a:alpha val="9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15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P15｜广告匹配方式与竞价位置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匹配方式：精准收割、词组扩展、广泛探索、自动补充。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新增规则：新品期先控相关性，成熟期再扩展流量边界。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竞价动作：结合 TOP of Search、商品页和其他位置进行分层加减。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1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5592"/>
            <a:ext cx="5806440" cy="326405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>
              <a:alpha val="9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16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P16｜目标搜索词分层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搜索词分层：大词、中尾词、长尾词与品牌/品名/场景/功能词。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新增判断：相关性和有序性决定是否进入核心广告池。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落地动作：把泛词、弱相关词、无转化词分流到低预算测试或否定池。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5592"/>
            <a:ext cx="5806440" cy="326405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>
              <a:alpha val="9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18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P18｜广告搭建流程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搭建主线：目标搜索词、匹配方式、投放目标、预算分配、竞价设置。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新增标准：广告活动命名需包含 SKU、目标、匹配方式、阶段和打法。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输出要求：形成可批量创建、可追踪、可复盘的广告结构。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1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4559"/>
            <a:ext cx="5806440" cy="326612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>
              <a:alpha val="9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19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P19｜广告搭建流程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搭建主线：目标搜索词、匹配方式、投放目标、预算分配、竞价设置。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新增标准：广告活动命名需包含 SKU、目标、匹配方式、阶段和打法。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输出要求：形成可批量创建、可追踪、可复盘的广告结构。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1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4559"/>
            <a:ext cx="5806440" cy="326612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>
              <a:alpha val="9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20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P20｜词库分析与广告建议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系统输出：词库分析、广告建议、活动结构和预算分配。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新增解释：不是只生成表格，而是把策略、阈值、动作同时输出。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落地动作：每次建广告保留“为什么这样建”的判断依据。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5592"/>
            <a:ext cx="5806440" cy="326405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>
              <a:alpha val="9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21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P21｜关键词清单与投放优先级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系统输出：词库分析、广告建议、活动结构和预算分配。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新增解释：不是只生成表格，而是把策略、阈值、动作同时输出。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落地动作：每次建广告保留“为什么这样建”的判断依据。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2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5592"/>
            <a:ext cx="5806440" cy="326405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>
              <a:alpha val="9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22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P22｜广告活动结构建议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系统输出：词库分析、广告建议、活动结构和预算分配。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新增解释：不是只生成表格，而是把策略、阈值、动作同时输出。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落地动作：每次建广告保留“为什么这样建”的判断依据。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2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5592"/>
            <a:ext cx="5806440" cy="326405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>
              <a:alpha val="9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23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P23｜成本与词类分析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系统输出：词库分析、广告建议、活动结构和预算分配。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新增解释：不是只生成表格，而是把策略、阈值、动作同时输出。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落地动作：每次建广告保留“为什么这样建”的判断依据。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2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5592"/>
            <a:ext cx="5806440" cy="326405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>
              <a:alpha val="9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24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P24｜广告搭建报告总览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系统输出：词库分析、广告建议、活动结构和预算分配。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新增解释：不是只生成表格，而是把策略、阈值、动作同时输出。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落地动作：每次建广告保留“为什么这样建”的判断依据。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2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5592"/>
            <a:ext cx="5806440" cy="326405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4899">
              <a:alpha val="9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25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AI+广告优化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EC4899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P25｜PART THREE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模块目标：把广告优化从经验动作变成规则化决策。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新增标准：用 CTR/CVR/ACOS/CPA/CPC 五类指标交叉判断。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团队收益：减少浪费花费，保留有确定性的出单流量。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AI+广告优化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2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4559"/>
            <a:ext cx="5806440" cy="326612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4899">
              <a:alpha val="9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AI+广告优化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EC4899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P26｜CPC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模块目标：把广告优化从经验动作变成规则化决策。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新增标准：用 CTR/CVR/ACOS/CPA/CPC 五类指标交叉判断。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团队收益：减少浪费花费，保留有确定性的出单流量。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操作与 / 增减词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2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4559"/>
            <a:ext cx="5806440" cy="326612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4899">
              <a:alpha val="9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27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AI+广告优化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EC4899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P27｜广告优化流程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优化链路：数据读取 → 问题识别 → 归因判断 → 执行动作。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新增分层：词、活动、广告组、匹配方式、投放位置分别诊断。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输出要求：每条建议对应加词、否词、降价、提价或预算调整。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2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4559"/>
            <a:ext cx="5806440" cy="326612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4899">
              <a:alpha val="9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28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AI+广告优化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EC4899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P28｜广告优化流程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优化链路：数据读取 → 问题识别 → 归因判断 → 执行动作。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新增分层：词、活动、广告组、匹配方式、投放位置分别诊断。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输出要求：每条建议对应加词、否词、降价、提价或预算调整。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2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4559"/>
            <a:ext cx="5806440" cy="326612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4899">
              <a:alpha val="9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29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AI+广告优化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EC4899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P29｜搜索词标识明细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看板重点：搜索词表现、匹配方式效果、否词池与优先词池。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新增判断：高花费低转化进入止损，高转化低成本进入放量。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落地动作：用数据标识把“应该调什么”直接转成执行清单。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2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5592"/>
            <a:ext cx="5806440" cy="326405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4899">
              <a:alpha val="9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30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AI+广告优化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EC4899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P30｜广告优化数据看板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看板重点：搜索词表现、匹配方式效果、否词池与优先词池。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新增判断：高花费低转化进入止损，高转化低成本进入放量。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落地动作：用数据标识把“应该调什么”直接转成执行清单。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3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4559"/>
            <a:ext cx="5806440" cy="326612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4899">
              <a:alpha val="9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31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AI+广告优化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EC4899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P31｜周维度趋势图表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看板重点：搜索词表现、匹配方式效果、否词池与优先词池。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新增判断：高花费低转化进入止损，高转化低成本进入放量。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落地动作：用数据标识把“应该调什么”直接转成执行清单。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3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5592"/>
            <a:ext cx="5806440" cy="326405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4899">
              <a:alpha val="9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32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AI+广告优化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EC4899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P32｜搜索词筛选与诊断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看板重点：搜索词表现、匹配方式效果、否词池与优先词池。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新增判断：高花费低转化进入止损，高转化低成本进入放量。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落地动作：用数据标识把“应该调什么”直接转成执行清单。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3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5592"/>
            <a:ext cx="5806440" cy="326405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4899">
              <a:alpha val="9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33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AI+广告优化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EC4899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P33｜广告表现明细看板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看板重点：搜索词表现、匹配方式效果、否词池与优先词池。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新增判断：高花费低转化进入止损，高转化低成本进入放量。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落地动作：用数据标识把“应该调什么”直接转成执行清单。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3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5592"/>
            <a:ext cx="5806440" cy="326405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4899">
              <a:alpha val="9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34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AI+广告优化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EC4899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P34｜EVA 搜索词分类建议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看板重点：搜索词表现、匹配方式效果、否词池与优先词池。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新增判断：高花费低转化进入止损，高转化低成本进入放量。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落地动作：用数据标识把“应该调什么”直接转成执行清单。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3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5592"/>
            <a:ext cx="5806440" cy="326405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4899">
              <a:alpha val="9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35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AI+广告优化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EC4899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P35｜否词与优先词详情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看板重点：搜索词表现、匹配方式效果、否词池与优先词池。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新增判断：高花费低转化进入止损，高转化低成本进入放量。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落地动作：用数据标识把“应该调什么”直接转成执行清单。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3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5592"/>
            <a:ext cx="5806440" cy="326405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4899">
              <a:alpha val="9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36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AI+广告优化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EC4899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P36｜可执行优化清单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看板重点：搜索词表现、匹配方式效果、否词池与优先词池。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新增判断：高花费低转化进入止损，高转化低成本进入放量。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落地动作：用数据标识把“应该调什么”直接转成执行清单。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3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5592"/>
            <a:ext cx="5806440" cy="326405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4899">
              <a:alpha val="9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37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AI+广告优化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EC4899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P37｜关键词综合评分排序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看板重点：搜索词表现、匹配方式效果、否词池与优先词池。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新增判断：高花费低转化进入止损，高转化低成本进入放量。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落地动作：用数据标识把“应该调什么”直接转成执行清单。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3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5592"/>
            <a:ext cx="5806440" cy="326405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4899">
              <a:alpha val="9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38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AI+广告优化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EC4899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P38｜匹配方式效果对比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4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看板重点：搜索词表现、匹配方式效果、否词池与优先词池。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新增判断：高花费低转化进入止损，高转化低成本进入放量。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落地动作：用数据标识把“应该调什么”直接转成执行清单。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5592"/>
            <a:ext cx="5806440" cy="326405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855F7">
              <a:alpha val="95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45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AI+Skill搭建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A855F7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P45｜AI+Skill搭建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模块目标：把广告、选品、Listing、VOC 等能力封装成可复用 Skill。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新增方法：用 Purpose、Instructions、Examples、Guardrails 固化能力边界。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输出要求：可触发、可执行、可校验、可共享。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/ FOUR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A855F7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4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5592"/>
            <a:ext cx="5806440" cy="326405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855F7">
              <a:alpha val="95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46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AI+Skill搭建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A855F7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P46｜Skill 设计指南：Purpose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模块目标：把广告、选品、Listing、VOC 等能力封装成可复用 Skill。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新增方法：用 Purpose、Instructions、Examples、Guardrails 固化能力边界。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输出要求：可触发、可执行、可校验、可共享。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A855F7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4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5592"/>
            <a:ext cx="5806440" cy="326405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855F7">
              <a:alpha val="95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47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AI+Skill搭建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A855F7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P47｜https://www.storeclaw.ai/app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模块目标：把广告、选品、Listing、VOC 等能力封装成可复用 Skill。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新增方法：用 Purpose、Instructions、Examples、Guardrails 固化能力边界。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输出要求：可触发、可执行、可校验、可共享。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A855F7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4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5592"/>
            <a:ext cx="5806440" cy="326405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855F7">
              <a:alpha val="95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48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AI+Skill搭建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A855F7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P48｜TRACE 框架检查质量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模块目标：把广告、选品、Listing、VOC 等能力封装成可复用 Skill。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新增方法：用 Purpose、Instructions、Examples、Guardrails 固化能力边界。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输出要求：可触发、可执行、可校验、可共享。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A855F7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4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5592"/>
            <a:ext cx="5806440" cy="326405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855F7">
              <a:alpha val="95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50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AI+Skill搭建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A855F7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P50｜Examples 与 Guardrails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模块目标：把广告、选品、Listing、VOC 等能力封装成可复用 Skill。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新增方法：用 Purpose、Instructions、Examples、Guardrails 固化能力边界。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输出要求：可触发、可执行、可校验、可共享。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A855F7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5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5592"/>
            <a:ext cx="5806440" cy="326405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855F7">
              <a:alpha val="95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55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AI+Skill搭建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A855F7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P55｜Skill定义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核心定义：Skill = 标准化岗位说明书 SOP + 专业工具包。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组成部分：元数据、执行指南、资源文件。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新增表达：Skill 本质是把专家经验封装成 AI 可重复调用的能力。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lSkill = AI 的标准化岗位说明书（SOP）+ 专业工具包 / 元数据（Metadata）：技能名称、用途、触发条件（让 AI 知道 “什么时候用”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A855F7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5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4559"/>
            <a:ext cx="5806440" cy="326612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855F7">
              <a:alpha val="95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56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AI+Skill搭建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A855F7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P56｜Skill结构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目录结构：SKILL.md、script.py、references、assets。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新增要求：核心逻辑写进 SKILL.md，数据与规则放到 references。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落地动作：每个运营场景都沉淀成独立技能包，便于复用与升级。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 /skills/你的技能名/ / l ├── SKILL.md # 核心定义（必须）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A855F7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5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4559"/>
            <a:ext cx="5806440" cy="326612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855F7">
              <a:alpha val="95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57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AI+Skill搭建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A855F7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P57｜Skill.md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SKILL.md 需要明确：触发条件、能力范围、执行步骤、输出格式。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新增检查：输入不完整时先补参数，不允许编造结果。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团队收益：让不同成员调用同一套执行标准。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SKILL.md 格式 / ---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A855F7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5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4559"/>
            <a:ext cx="5806440" cy="326612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855F7">
              <a:alpha val="95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58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AI+Skill搭建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A855F7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P58｜Skill 需求表格输入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模块目标：把广告、选品、Listing、VOC 等能力封装成可复用 Skill。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新增方法：用 Purpose、Instructions、Examples、Guardrails 固化能力边界。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输出要求：可触发、可执行、可校验、可共享。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A855F7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5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4559"/>
            <a:ext cx="5806440" cy="326612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855F7">
              <a:alpha val="95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59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AI+Skill搭建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A855F7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P59｜生成Skill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从需求表格生成 Skill：读取字段、生成说明、整理规则、打包资源。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新增闭环：需求 → 设计 → 测试 → 评分 → 上传共享。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落地动作：用 TRACE 框架检查任务、规则、准确性、覆盖度和证据链。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A855F7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5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4559"/>
            <a:ext cx="5806440" cy="326612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855F7">
              <a:alpha val="95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60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AI+Skill搭建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A855F7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P60｜THANK YOU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模块目标：把广告、选品、Listing、VOC 等能力封装成可复用 Skill。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新增方法：用 Purpose、Instructions、Examples、Guardrails 固化能力边界。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输出要求：可触发、可执行、可校验、可共享。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阳亚运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A855F7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6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4559"/>
            <a:ext cx="5806440" cy="326612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>
              <a:alpha val="95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61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智能体平台落地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22C55E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P61｜1.关键结果 #1 智能体常见功能：常见功能：智能对话，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平台能力全景：对话、大模型、知识库、Skill、数据库、API/MCP、RPA、Workflow。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新增主张：智能体不是聊天工具，而是“数据 + 决策 + 执行”的操作系统。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落地路径：先知识库与 Skill，再接 API/MCP，最后接 RPA 执行。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2.关键结果 #2 知识库+Skill功能：专业知识库+Skill上传共享 Obsi / 3.关键结果 #3 数据库+API MCP：部署独立数据库，消灭数据孤岛，打通外部接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6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5592"/>
            <a:ext cx="5806440" cy="326405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>
              <a:alpha val="95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62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智能体平台落地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22C55E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P62｜智能体知识库目录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演示重点：知识库、技能库、工作流、RPA 市场与本地工具联动。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新增框架：人确认目标，AI 生成方案，系统自动执行，结果回写复盘。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落地价值：让运营团队从手工操作升级为“人机协同执行”。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6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5592"/>
            <a:ext cx="5806440" cy="326405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>
              <a:alpha val="95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63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智能体平台落地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22C55E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P63｜Workflow 流程编排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7055" y="1783080"/>
            <a:ext cx="4548505" cy="322961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演示重点：知识库、技能库、工作流、RPA 市场与本地工具联动。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新增框架：人确认目标，AI 生成方案，系统自动执行，结果回写复盘。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落地价值：让运营团队从手工操作升级为“人机协同执行”。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6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0933"/>
            <a:ext cx="5806440" cy="327337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>
              <a:alpha val="95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64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智能体平台落地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22C55E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P64｜智能体市场入口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演示重点：知识库、技能库、工作流、RPA 市场与本地工具联动。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新增框架：人确认目标，AI 生成方案，系统自动执行，结果回写复盘。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落地价值：让运营团队从手工操作升级为“人机协同执行”。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6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0933"/>
            <a:ext cx="5806440" cy="327337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>
              <a:alpha val="95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65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智能体平台落地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22C55E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P65｜RPA 市场能力列表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演示重点：知识库、技能库、工作流、RPA 市场与本地工具联动。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新增框架：人确认目标，AI 生成方案，系统自动执行，结果回写复盘。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落地价值：让运营团队从手工操作升级为“人机协同执行”。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6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0933"/>
            <a:ext cx="5806440" cy="327337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>
              <a:alpha val="95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66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智能体平台落地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22C55E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P66｜技能库目录演示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演示重点：知识库、技能库、工作流、RPA 市场与本地工具联动。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新增框架：人确认目标，AI 生成方案，系统自动执行，结果回写复盘。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落地价值：让运营团队从手工操作升级为“人机协同执行”。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6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0933"/>
            <a:ext cx="5806440" cy="327337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>
              <a:alpha val="95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67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智能体平台落地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22C55E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P67｜触发器与执行器配置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演示重点：知识库、技能库、工作流、RPA 市场与本地工具联动。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新增框架：人确认目标，AI 生成方案，系统自动执行，结果回写复盘。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落地价值：让运营团队从手工操作升级为“人机协同执行”。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6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0933"/>
            <a:ext cx="5806440" cy="327337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>
              <a:alpha val="95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68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智能体平台落地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22C55E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P68｜知识库+流程节点管理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演示重点：知识库、技能库、工作流、RPA 市场与本地工具联动。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新增框架：人确认目标，AI 生成方案，系统自动执行，结果回写复盘。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落地价值：让运营团队从手工操作升级为“人机协同执行”。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6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0933"/>
            <a:ext cx="5806440" cy="327337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 w="12700">
            <a:solidFill>
              <a:srgbClr val="0506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>
              <a:alpha val="95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0409"/>
          </a:solidFill>
          <a:ln w="12700">
            <a:solidFill>
              <a:srgbClr val="0204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8426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天机跨境 · Amazon AI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692640" y="6684264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PAGE 69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智能体平台落地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60120" cy="0"/>
          </a:xfrm>
          <a:prstGeom prst="line">
            <a:avLst/>
          </a:prstGeom>
          <a:noFill/>
          <a:ln w="27940">
            <a:solidFill>
              <a:srgbClr val="22C55E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P69｜本地工具与智能体联动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783080"/>
            <a:ext cx="4434840" cy="3063240"/>
          </a:xfrm>
          <a:prstGeom prst="rect">
            <a:avLst/>
          </a:prstGeom>
          <a:solidFill>
            <a:srgbClr val="111827">
              <a:alpha val="97000"/>
            </a:srgbClr>
          </a:solidFill>
          <a:ln w="10160">
            <a:solidFill>
              <a:srgbClr val="29334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3911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65960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演示重点：知识库、技能库、工作流、RPA 市场与本地工具联动。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768096" y="288950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新增框架：人确认目标，AI 生成方案，系统自动执行，结果回写复盘。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66744"/>
            <a:ext cx="3730752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F8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落地价值：让运营团队从手工操作升级为“人机协同执行”。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658368" y="51389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原页信息提炼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5431536"/>
            <a:ext cx="425196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7B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截图型页面：已保留原始画面，并在左侧补充讲解逻辑与落地动作。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989320" cy="4983480"/>
          </a:xfrm>
          <a:prstGeom prst="rect">
            <a:avLst/>
          </a:prstGeom>
          <a:solidFill>
            <a:srgbClr val="0F172A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pic>
        <p:nvPicPr>
          <p:cNvPr id="21" name="Image 0" descr="/mnt/data/tj_assets/page_6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80933"/>
            <a:ext cx="5806440" cy="327337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6364224"/>
            <a:ext cx="5806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原始内容图（已统一版式承载）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11364</Words>
  <Application>WPS 演示</Application>
  <PresentationFormat>On-screen Show (16:9)</PresentationFormat>
  <Paragraphs>1254</Paragraphs>
  <Slides>57</Slides>
  <Notes>57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69" baseType="lpstr">
      <vt:lpstr>Arial</vt:lpstr>
      <vt:lpstr>宋体</vt:lpstr>
      <vt:lpstr>Wingdings</vt:lpstr>
      <vt:lpstr>微软雅黑</vt:lpstr>
      <vt:lpstr>微软雅黑</vt:lpstr>
      <vt:lpstr>Aptos</vt:lpstr>
      <vt:lpstr>Segoe UI</vt:lpstr>
      <vt:lpstr>Aptos</vt:lpstr>
      <vt:lpstr>Aptos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天机跨境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天机跨境｜智能体驱动广告投放革命（优化版）</dc:title>
  <dc:creator>OpenAI</dc:creator>
  <dc:subject>天机跨境 智能体驱动广告投放革命 优化版</dc:subject>
  <cp:lastModifiedBy>孤独不苦1416034621</cp:lastModifiedBy>
  <cp:revision>4</cp:revision>
  <dcterms:created xsi:type="dcterms:W3CDTF">2026-05-30T12:00:00Z</dcterms:created>
  <dcterms:modified xsi:type="dcterms:W3CDTF">2026-06-01T02:00:16Z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1F749394201142C4B5D6AE4EF66DF466_12</vt:lpwstr>
  </property>
</Properties>
</file>